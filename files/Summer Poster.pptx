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Lst>
  <p:sldSz cy="51206400" cx="32918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457200" rtl="0" algn="l">
              <a:spcBef>
                <a:spcPts val="0"/>
              </a:spcBef>
              <a:spcAft>
                <a:spcPts val="0"/>
              </a:spcAft>
              <a:buClr>
                <a:schemeClr val="dk1"/>
              </a:buClr>
              <a:buFont typeface="Arial"/>
              <a:buNone/>
            </a:pPr>
            <a:r>
              <a:t/>
            </a:r>
            <a:endParaRPr sz="4000">
              <a:solidFill>
                <a:schemeClr val="dk1"/>
              </a:solidFill>
              <a:latin typeface="Calibri"/>
              <a:ea typeface="Calibri"/>
              <a:cs typeface="Calibri"/>
              <a:sym typeface="Calibri"/>
            </a:endParaRPr>
          </a:p>
          <a:p>
            <a:pPr indent="0" lvl="0" marL="457200" rtl="0" algn="l">
              <a:spcBef>
                <a:spcPts val="0"/>
              </a:spcBef>
              <a:spcAft>
                <a:spcPts val="0"/>
              </a:spcAft>
              <a:buClr>
                <a:schemeClr val="dk1"/>
              </a:buClr>
              <a:buFont typeface="Arial"/>
              <a:buNone/>
            </a:pPr>
            <a:r>
              <a:t/>
            </a:r>
            <a:endParaRPr sz="4000">
              <a:solidFill>
                <a:schemeClr val="dk1"/>
              </a:solidFill>
              <a:latin typeface="Calibri"/>
              <a:ea typeface="Calibri"/>
              <a:cs typeface="Calibri"/>
              <a:sym typeface="Calibri"/>
            </a:endParaRPr>
          </a:p>
          <a:p>
            <a:pPr indent="0" lvl="0" marL="457200" rtl="0" algn="l">
              <a:spcBef>
                <a:spcPts val="0"/>
              </a:spcBef>
              <a:spcAft>
                <a:spcPts val="0"/>
              </a:spcAft>
              <a:buClr>
                <a:schemeClr val="dk1"/>
              </a:buClr>
              <a:buFont typeface="Arial"/>
              <a:buNone/>
            </a:pPr>
            <a:r>
              <a:t/>
            </a:r>
            <a:endParaRPr sz="4000">
              <a:solidFill>
                <a:schemeClr val="dk1"/>
              </a:solidFill>
              <a:latin typeface="Calibri"/>
              <a:ea typeface="Calibri"/>
              <a:cs typeface="Calibri"/>
              <a:sym typeface="Calibri"/>
            </a:endParaRPr>
          </a:p>
          <a:p>
            <a:pPr indent="0" lvl="0" marL="457200" rtl="0" algn="l">
              <a:spcBef>
                <a:spcPts val="0"/>
              </a:spcBef>
              <a:spcAft>
                <a:spcPts val="0"/>
              </a:spcAft>
              <a:buClr>
                <a:schemeClr val="dk1"/>
              </a:buClr>
              <a:buFont typeface="Arial"/>
              <a:buNone/>
            </a:pPr>
            <a:r>
              <a:t/>
            </a:r>
            <a:endParaRPr sz="4000">
              <a:solidFill>
                <a:schemeClr val="dk1"/>
              </a:solidFill>
              <a:latin typeface="Calibri"/>
              <a:ea typeface="Calibri"/>
              <a:cs typeface="Calibri"/>
              <a:sym typeface="Calibri"/>
            </a:endParaRPr>
          </a:p>
          <a:p>
            <a:pPr indent="0" lvl="0" marL="457200" rtl="0" algn="l">
              <a:spcBef>
                <a:spcPts val="0"/>
              </a:spcBef>
              <a:spcAft>
                <a:spcPts val="0"/>
              </a:spcAft>
              <a:buClr>
                <a:schemeClr val="dk1"/>
              </a:buClr>
              <a:buFont typeface="Arial"/>
              <a:buNone/>
            </a:pPr>
            <a:r>
              <a:t/>
            </a:r>
            <a:endParaRPr sz="4000">
              <a:solidFill>
                <a:schemeClr val="dk1"/>
              </a:solidFill>
              <a:latin typeface="Calibri"/>
              <a:ea typeface="Calibri"/>
              <a:cs typeface="Calibri"/>
              <a:sym typeface="Calibri"/>
            </a:endParaRPr>
          </a:p>
          <a:p>
            <a:pPr indent="0" lvl="0" marL="0" rtl="0" algn="just">
              <a:spcBef>
                <a:spcPts val="0"/>
              </a:spcBef>
              <a:spcAft>
                <a:spcPts val="0"/>
              </a:spcAft>
              <a:buClr>
                <a:schemeClr val="dk1"/>
              </a:buClr>
              <a:buFont typeface="Arial"/>
              <a:buNone/>
            </a:pPr>
            <a:r>
              <a:t/>
            </a:r>
            <a:endParaRPr i="1" sz="3600">
              <a:solidFill>
                <a:schemeClr val="dk1"/>
              </a:solidFill>
              <a:latin typeface="Calibri"/>
              <a:ea typeface="Calibri"/>
              <a:cs typeface="Calibri"/>
              <a:sym typeface="Calibri"/>
            </a:endParaRPr>
          </a:p>
          <a:p>
            <a:pPr indent="0" lvl="0" marL="457200" rtl="0" algn="just">
              <a:spcBef>
                <a:spcPts val="0"/>
              </a:spcBef>
              <a:spcAft>
                <a:spcPts val="0"/>
              </a:spcAft>
              <a:buClr>
                <a:schemeClr val="dk1"/>
              </a:buClr>
              <a:buFont typeface="Arial"/>
              <a:buNone/>
            </a:pPr>
            <a:r>
              <a:t/>
            </a:r>
            <a:endParaRPr i="1" sz="2400">
              <a:solidFill>
                <a:schemeClr val="dk1"/>
              </a:solidFill>
              <a:latin typeface="Calibri"/>
              <a:ea typeface="Calibri"/>
              <a:cs typeface="Calibri"/>
              <a:sym typeface="Calibri"/>
            </a:endParaRPr>
          </a:p>
          <a:p>
            <a:pPr indent="0" lvl="0" marL="457200" rtl="0" algn="just">
              <a:spcBef>
                <a:spcPts val="0"/>
              </a:spcBef>
              <a:spcAft>
                <a:spcPts val="0"/>
              </a:spcAft>
              <a:buClr>
                <a:schemeClr val="dk1"/>
              </a:buClr>
              <a:buFont typeface="Arial"/>
              <a:buNone/>
            </a:pPr>
            <a:r>
              <a:t/>
            </a:r>
            <a:endParaRPr sz="800">
              <a:solidFill>
                <a:schemeClr val="dk1"/>
              </a:solidFill>
              <a:latin typeface="Calibri"/>
              <a:ea typeface="Calibri"/>
              <a:cs typeface="Calibri"/>
              <a:sym typeface="Calibri"/>
            </a:endParaRPr>
          </a:p>
          <a:p>
            <a:pPr indent="0" lvl="0" marL="457200" rtl="0" algn="l">
              <a:spcBef>
                <a:spcPts val="0"/>
              </a:spcBef>
              <a:spcAft>
                <a:spcPts val="0"/>
              </a:spcAft>
              <a:buClr>
                <a:schemeClr val="dk1"/>
              </a:buClr>
              <a:buFont typeface="Arial"/>
              <a:buNone/>
            </a:pPr>
            <a:r>
              <a:rPr lang="en-US" sz="4000">
                <a:solidFill>
                  <a:schemeClr val="dk1"/>
                </a:solidFill>
                <a:latin typeface="Calibri"/>
                <a:ea typeface="Calibri"/>
                <a:cs typeface="Calibri"/>
                <a:sym typeface="Calibri"/>
              </a:rPr>
              <a:t>The DFI indicator describes how inputs from the foundation are amplified or attenuated by the dam. Spectral algebra allows for the DFI indicator between input point </a:t>
            </a:r>
            <a:r>
              <a:rPr i="1" lang="en-US" sz="4000">
                <a:solidFill>
                  <a:schemeClr val="dk1"/>
                </a:solidFill>
                <a:latin typeface="Calibri"/>
                <a:ea typeface="Calibri"/>
                <a:cs typeface="Calibri"/>
                <a:sym typeface="Calibri"/>
              </a:rPr>
              <a:t>i</a:t>
            </a:r>
            <a:r>
              <a:rPr lang="en-US" sz="4000">
                <a:solidFill>
                  <a:schemeClr val="dk1"/>
                </a:solidFill>
                <a:latin typeface="Calibri"/>
                <a:ea typeface="Calibri"/>
                <a:cs typeface="Calibri"/>
                <a:sym typeface="Calibri"/>
              </a:rPr>
              <a:t> and output point </a:t>
            </a:r>
            <a:r>
              <a:rPr i="1" lang="en-US" sz="4000">
                <a:solidFill>
                  <a:schemeClr val="dk1"/>
                </a:solidFill>
                <a:latin typeface="Calibri"/>
                <a:ea typeface="Calibri"/>
                <a:cs typeface="Calibri"/>
                <a:sym typeface="Calibri"/>
              </a:rPr>
              <a:t>k</a:t>
            </a:r>
            <a:r>
              <a:rPr lang="en-US" sz="4000">
                <a:solidFill>
                  <a:schemeClr val="dk1"/>
                </a:solidFill>
                <a:latin typeface="Calibri"/>
                <a:ea typeface="Calibri"/>
                <a:cs typeface="Calibri"/>
                <a:sym typeface="Calibri"/>
              </a:rPr>
              <a:t> to be expressed as:</a:t>
            </a:r>
            <a:endParaRPr sz="4000">
              <a:solidFill>
                <a:schemeClr val="dk1"/>
              </a:solidFill>
              <a:latin typeface="Calibri"/>
              <a:ea typeface="Calibri"/>
              <a:cs typeface="Calibri"/>
              <a:sym typeface="Calibri"/>
            </a:endParaRPr>
          </a:p>
          <a:p>
            <a:pPr indent="0" lvl="0" marL="457200" rtl="0" algn="l">
              <a:spcBef>
                <a:spcPts val="0"/>
              </a:spcBef>
              <a:spcAft>
                <a:spcPts val="0"/>
              </a:spcAft>
              <a:buClr>
                <a:schemeClr val="dk1"/>
              </a:buClr>
              <a:buFont typeface="Arial"/>
              <a:buNone/>
            </a:pPr>
            <a:r>
              <a:t/>
            </a:r>
            <a:endParaRPr sz="40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sz="4000">
              <a:solidFill>
                <a:schemeClr val="dk1"/>
              </a:solidFill>
              <a:latin typeface="Calibri"/>
              <a:ea typeface="Calibri"/>
              <a:cs typeface="Calibri"/>
              <a:sym typeface="Calibri"/>
            </a:endParaRPr>
          </a:p>
          <a:p>
            <a:pPr indent="0" lvl="0" marL="457200" rtl="0" algn="l">
              <a:spcBef>
                <a:spcPts val="0"/>
              </a:spcBef>
              <a:spcAft>
                <a:spcPts val="0"/>
              </a:spcAft>
              <a:buClr>
                <a:schemeClr val="dk1"/>
              </a:buClr>
              <a:buFont typeface="Arial"/>
              <a:buNone/>
            </a:pPr>
            <a:r>
              <a:t/>
            </a:r>
            <a:endParaRPr sz="4000">
              <a:solidFill>
                <a:schemeClr val="dk1"/>
              </a:solidFill>
              <a:latin typeface="Calibri"/>
              <a:ea typeface="Calibri"/>
              <a:cs typeface="Calibri"/>
              <a:sym typeface="Calibri"/>
            </a:endParaRPr>
          </a:p>
          <a:p>
            <a:pPr indent="0" lvl="0" marL="457200" rtl="0" algn="l">
              <a:spcBef>
                <a:spcPts val="0"/>
              </a:spcBef>
              <a:spcAft>
                <a:spcPts val="0"/>
              </a:spcAft>
              <a:buClr>
                <a:schemeClr val="dk1"/>
              </a:buClr>
              <a:buFont typeface="Arial"/>
              <a:buNone/>
            </a:pPr>
            <a:r>
              <a:t/>
            </a:r>
            <a:endParaRPr sz="2400">
              <a:solidFill>
                <a:schemeClr val="dk1"/>
              </a:solidFill>
              <a:latin typeface="Calibri"/>
              <a:ea typeface="Calibri"/>
              <a:cs typeface="Calibri"/>
              <a:sym typeface="Calibri"/>
            </a:endParaRPr>
          </a:p>
          <a:p>
            <a:pPr indent="0" lvl="0" marL="457200" rtl="0" algn="l">
              <a:spcBef>
                <a:spcPts val="0"/>
              </a:spcBef>
              <a:spcAft>
                <a:spcPts val="0"/>
              </a:spcAft>
              <a:buClr>
                <a:schemeClr val="dk1"/>
              </a:buClr>
              <a:buFont typeface="Arial"/>
              <a:buNone/>
            </a:pPr>
            <a:r>
              <a:rPr lang="en-US" sz="4000">
                <a:solidFill>
                  <a:schemeClr val="dk1"/>
                </a:solidFill>
                <a:latin typeface="Calibri"/>
                <a:ea typeface="Calibri"/>
                <a:cs typeface="Calibri"/>
                <a:sym typeface="Calibri"/>
              </a:rPr>
              <a:t>DFI indicators for both sides can then be calculated and compared as shown below in Fig. 4; note the left side of the dam has a much larger magnitude at low frequencies, indicating greater amplification.</a:t>
            </a:r>
            <a:endParaRPr sz="40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82" name="Google Shape;8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1645920" y="47460750"/>
            <a:ext cx="7680960" cy="2726267"/>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6700" u="none" cap="none" strike="noStrike">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13" name="Google Shape;13;p2"/>
          <p:cNvSpPr txBox="1"/>
          <p:nvPr>
            <p:ph idx="11" type="ftr"/>
          </p:nvPr>
        </p:nvSpPr>
        <p:spPr>
          <a:xfrm>
            <a:off x="11247120" y="47460750"/>
            <a:ext cx="10424160" cy="2726267"/>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b="0" i="0" sz="6700" u="none" cap="none" strike="noStrike">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14" name="Google Shape;14;p2"/>
          <p:cNvSpPr txBox="1"/>
          <p:nvPr>
            <p:ph idx="12" type="sldNum"/>
          </p:nvPr>
        </p:nvSpPr>
        <p:spPr>
          <a:xfrm>
            <a:off x="23591520" y="47460750"/>
            <a:ext cx="7680960" cy="2726267"/>
          </a:xfrm>
          <a:prstGeom prst="rect">
            <a:avLst/>
          </a:prstGeom>
          <a:noFill/>
          <a:ln>
            <a:noFill/>
          </a:ln>
        </p:spPr>
        <p:txBody>
          <a:bodyPr anchorCtr="0" anchor="ctr" bIns="256025" lIns="512050" spcFirstLastPara="1" rIns="512050" wrap="square" tIns="256025">
            <a:noAutofit/>
          </a:bodyPr>
          <a:lstStyle>
            <a:lvl1pPr indent="0" lvl="0" marL="0" marR="0" rtl="0" algn="r">
              <a:spcBef>
                <a:spcPts val="0"/>
              </a:spcBef>
              <a:buNone/>
              <a:defRPr b="0" i="0" sz="6700" u="none" cap="none" strike="noStrike">
                <a:solidFill>
                  <a:srgbClr val="888888"/>
                </a:solidFill>
                <a:latin typeface="Calibri"/>
                <a:ea typeface="Calibri"/>
                <a:cs typeface="Calibri"/>
                <a:sym typeface="Calibri"/>
              </a:defRPr>
            </a:lvl1pPr>
            <a:lvl2pPr indent="0" lvl="1" marL="0" marR="0" rtl="0" algn="r">
              <a:spcBef>
                <a:spcPts val="0"/>
              </a:spcBef>
              <a:buNone/>
              <a:defRPr b="0" i="0" sz="6700" u="none" cap="none" strike="noStrike">
                <a:solidFill>
                  <a:srgbClr val="888888"/>
                </a:solidFill>
                <a:latin typeface="Calibri"/>
                <a:ea typeface="Calibri"/>
                <a:cs typeface="Calibri"/>
                <a:sym typeface="Calibri"/>
              </a:defRPr>
            </a:lvl2pPr>
            <a:lvl3pPr indent="0" lvl="2" marL="0" marR="0" rtl="0" algn="r">
              <a:spcBef>
                <a:spcPts val="0"/>
              </a:spcBef>
              <a:buNone/>
              <a:defRPr b="0" i="0" sz="6700" u="none" cap="none" strike="noStrike">
                <a:solidFill>
                  <a:srgbClr val="888888"/>
                </a:solidFill>
                <a:latin typeface="Calibri"/>
                <a:ea typeface="Calibri"/>
                <a:cs typeface="Calibri"/>
                <a:sym typeface="Calibri"/>
              </a:defRPr>
            </a:lvl3pPr>
            <a:lvl4pPr indent="0" lvl="3" marL="0" marR="0" rtl="0" algn="r">
              <a:spcBef>
                <a:spcPts val="0"/>
              </a:spcBef>
              <a:buNone/>
              <a:defRPr b="0" i="0" sz="6700" u="none" cap="none" strike="noStrike">
                <a:solidFill>
                  <a:srgbClr val="888888"/>
                </a:solidFill>
                <a:latin typeface="Calibri"/>
                <a:ea typeface="Calibri"/>
                <a:cs typeface="Calibri"/>
                <a:sym typeface="Calibri"/>
              </a:defRPr>
            </a:lvl4pPr>
            <a:lvl5pPr indent="0" lvl="4" marL="0" marR="0" rtl="0" algn="r">
              <a:spcBef>
                <a:spcPts val="0"/>
              </a:spcBef>
              <a:buNone/>
              <a:defRPr b="0" i="0" sz="6700" u="none" cap="none" strike="noStrike">
                <a:solidFill>
                  <a:srgbClr val="888888"/>
                </a:solidFill>
                <a:latin typeface="Calibri"/>
                <a:ea typeface="Calibri"/>
                <a:cs typeface="Calibri"/>
                <a:sym typeface="Calibri"/>
              </a:defRPr>
            </a:lvl5pPr>
            <a:lvl6pPr indent="0" lvl="5" marL="0" marR="0" rtl="0" algn="r">
              <a:spcBef>
                <a:spcPts val="0"/>
              </a:spcBef>
              <a:buNone/>
              <a:defRPr b="0" i="0" sz="6700" u="none" cap="none" strike="noStrike">
                <a:solidFill>
                  <a:srgbClr val="888888"/>
                </a:solidFill>
                <a:latin typeface="Calibri"/>
                <a:ea typeface="Calibri"/>
                <a:cs typeface="Calibri"/>
                <a:sym typeface="Calibri"/>
              </a:defRPr>
            </a:lvl6pPr>
            <a:lvl7pPr indent="0" lvl="6" marL="0" marR="0" rtl="0" algn="r">
              <a:spcBef>
                <a:spcPts val="0"/>
              </a:spcBef>
              <a:buNone/>
              <a:defRPr b="0" i="0" sz="6700" u="none" cap="none" strike="noStrike">
                <a:solidFill>
                  <a:srgbClr val="888888"/>
                </a:solidFill>
                <a:latin typeface="Calibri"/>
                <a:ea typeface="Calibri"/>
                <a:cs typeface="Calibri"/>
                <a:sym typeface="Calibri"/>
              </a:defRPr>
            </a:lvl7pPr>
            <a:lvl8pPr indent="0" lvl="7" marL="0" marR="0" rtl="0" algn="r">
              <a:spcBef>
                <a:spcPts val="0"/>
              </a:spcBef>
              <a:buNone/>
              <a:defRPr b="0" i="0" sz="6700" u="none" cap="none" strike="noStrike">
                <a:solidFill>
                  <a:srgbClr val="888888"/>
                </a:solidFill>
                <a:latin typeface="Calibri"/>
                <a:ea typeface="Calibri"/>
                <a:cs typeface="Calibri"/>
                <a:sym typeface="Calibri"/>
              </a:defRPr>
            </a:lvl8pPr>
            <a:lvl9pPr indent="0" lvl="8" marL="0" marR="0" rtl="0" algn="r">
              <a:spcBef>
                <a:spcPts val="0"/>
              </a:spcBef>
              <a:buNone/>
              <a:defRPr b="0" i="0" sz="6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2468880" y="15907178"/>
            <a:ext cx="27980641" cy="10976187"/>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24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7" name="Google Shape;17;p3"/>
          <p:cNvSpPr txBox="1"/>
          <p:nvPr>
            <p:ph idx="1" type="subTitle"/>
          </p:nvPr>
        </p:nvSpPr>
        <p:spPr>
          <a:xfrm>
            <a:off x="4937760" y="29016959"/>
            <a:ext cx="23042881" cy="13086080"/>
          </a:xfrm>
          <a:prstGeom prst="rect">
            <a:avLst/>
          </a:prstGeom>
          <a:noFill/>
          <a:ln>
            <a:noFill/>
          </a:ln>
        </p:spPr>
        <p:txBody>
          <a:bodyPr anchorCtr="0" anchor="t" bIns="91425" lIns="91425" spcFirstLastPara="1" rIns="91425" wrap="square" tIns="91425">
            <a:noAutofit/>
          </a:bodyPr>
          <a:lstStyle>
            <a:lvl1pPr indent="0" lvl="0" marL="0" marR="0" rtl="0" algn="ctr">
              <a:spcBef>
                <a:spcPts val="3580"/>
              </a:spcBef>
              <a:spcAft>
                <a:spcPts val="0"/>
              </a:spcAft>
              <a:buClr>
                <a:srgbClr val="888888"/>
              </a:buClr>
              <a:buSzPts val="17900"/>
              <a:buFont typeface="Arial"/>
              <a:buNone/>
              <a:defRPr b="0" i="0" sz="17900" u="none" cap="none" strike="noStrike">
                <a:solidFill>
                  <a:srgbClr val="888888"/>
                </a:solidFill>
                <a:latin typeface="Calibri"/>
                <a:ea typeface="Calibri"/>
                <a:cs typeface="Calibri"/>
                <a:sym typeface="Calibri"/>
              </a:defRPr>
            </a:lvl1pPr>
            <a:lvl2pPr indent="-7620" lvl="1" marL="2560320" marR="0" rtl="0" algn="ctr">
              <a:spcBef>
                <a:spcPts val="3140"/>
              </a:spcBef>
              <a:spcAft>
                <a:spcPts val="0"/>
              </a:spcAft>
              <a:buClr>
                <a:srgbClr val="888888"/>
              </a:buClr>
              <a:buSzPts val="15700"/>
              <a:buFont typeface="Arial"/>
              <a:buNone/>
              <a:defRPr b="0" i="0" sz="15700" u="none" cap="none" strike="noStrike">
                <a:solidFill>
                  <a:srgbClr val="888888"/>
                </a:solidFill>
                <a:latin typeface="Calibri"/>
                <a:ea typeface="Calibri"/>
                <a:cs typeface="Calibri"/>
                <a:sym typeface="Calibri"/>
              </a:defRPr>
            </a:lvl2pPr>
            <a:lvl3pPr indent="-2540" lvl="2" marL="5120640" marR="0" rtl="0" algn="ctr">
              <a:spcBef>
                <a:spcPts val="2680"/>
              </a:spcBef>
              <a:spcAft>
                <a:spcPts val="0"/>
              </a:spcAft>
              <a:buClr>
                <a:srgbClr val="888888"/>
              </a:buClr>
              <a:buSzPts val="13400"/>
              <a:buFont typeface="Arial"/>
              <a:buNone/>
              <a:defRPr b="0" i="0" sz="13400" u="none" cap="none" strike="noStrike">
                <a:solidFill>
                  <a:srgbClr val="888888"/>
                </a:solidFill>
                <a:latin typeface="Calibri"/>
                <a:ea typeface="Calibri"/>
                <a:cs typeface="Calibri"/>
                <a:sym typeface="Calibri"/>
              </a:defRPr>
            </a:lvl3pPr>
            <a:lvl4pPr indent="-10159" lvl="3" marL="7680960" marR="0" rtl="0" algn="ctr">
              <a:spcBef>
                <a:spcPts val="2240"/>
              </a:spcBef>
              <a:spcAft>
                <a:spcPts val="0"/>
              </a:spcAft>
              <a:buClr>
                <a:srgbClr val="888888"/>
              </a:buClr>
              <a:buSzPts val="11200"/>
              <a:buFont typeface="Arial"/>
              <a:buNone/>
              <a:defRPr b="0" i="0" sz="11200" u="none" cap="none" strike="noStrike">
                <a:solidFill>
                  <a:srgbClr val="888888"/>
                </a:solidFill>
                <a:latin typeface="Calibri"/>
                <a:ea typeface="Calibri"/>
                <a:cs typeface="Calibri"/>
                <a:sym typeface="Calibri"/>
              </a:defRPr>
            </a:lvl4pPr>
            <a:lvl5pPr indent="-5080" lvl="4" marL="10241280" marR="0" rtl="0" algn="ctr">
              <a:spcBef>
                <a:spcPts val="2240"/>
              </a:spcBef>
              <a:spcAft>
                <a:spcPts val="0"/>
              </a:spcAft>
              <a:buClr>
                <a:srgbClr val="888888"/>
              </a:buClr>
              <a:buSzPts val="11200"/>
              <a:buFont typeface="Arial"/>
              <a:buNone/>
              <a:defRPr b="0" i="0" sz="11200" u="none" cap="none" strike="noStrike">
                <a:solidFill>
                  <a:srgbClr val="888888"/>
                </a:solidFill>
                <a:latin typeface="Calibri"/>
                <a:ea typeface="Calibri"/>
                <a:cs typeface="Calibri"/>
                <a:sym typeface="Calibri"/>
              </a:defRPr>
            </a:lvl5pPr>
            <a:lvl6pPr indent="0" lvl="5" marL="12801600" marR="0" rtl="0" algn="ctr">
              <a:spcBef>
                <a:spcPts val="2240"/>
              </a:spcBef>
              <a:spcAft>
                <a:spcPts val="0"/>
              </a:spcAft>
              <a:buClr>
                <a:srgbClr val="888888"/>
              </a:buClr>
              <a:buSzPts val="11200"/>
              <a:buFont typeface="Arial"/>
              <a:buNone/>
              <a:defRPr b="0" i="0" sz="11200" u="none" cap="none" strike="noStrike">
                <a:solidFill>
                  <a:srgbClr val="888888"/>
                </a:solidFill>
                <a:latin typeface="Calibri"/>
                <a:ea typeface="Calibri"/>
                <a:cs typeface="Calibri"/>
                <a:sym typeface="Calibri"/>
              </a:defRPr>
            </a:lvl6pPr>
            <a:lvl7pPr indent="-7619" lvl="6" marL="15361920" marR="0" rtl="0" algn="ctr">
              <a:spcBef>
                <a:spcPts val="2240"/>
              </a:spcBef>
              <a:spcAft>
                <a:spcPts val="0"/>
              </a:spcAft>
              <a:buClr>
                <a:srgbClr val="888888"/>
              </a:buClr>
              <a:buSzPts val="11200"/>
              <a:buFont typeface="Arial"/>
              <a:buNone/>
              <a:defRPr b="0" i="0" sz="11200" u="none" cap="none" strike="noStrike">
                <a:solidFill>
                  <a:srgbClr val="888888"/>
                </a:solidFill>
                <a:latin typeface="Calibri"/>
                <a:ea typeface="Calibri"/>
                <a:cs typeface="Calibri"/>
                <a:sym typeface="Calibri"/>
              </a:defRPr>
            </a:lvl7pPr>
            <a:lvl8pPr indent="-2539" lvl="7" marL="17922240" marR="0" rtl="0" algn="ctr">
              <a:spcBef>
                <a:spcPts val="2240"/>
              </a:spcBef>
              <a:spcAft>
                <a:spcPts val="0"/>
              </a:spcAft>
              <a:buClr>
                <a:srgbClr val="888888"/>
              </a:buClr>
              <a:buSzPts val="11200"/>
              <a:buFont typeface="Arial"/>
              <a:buNone/>
              <a:defRPr b="0" i="0" sz="11200" u="none" cap="none" strike="noStrike">
                <a:solidFill>
                  <a:srgbClr val="888888"/>
                </a:solidFill>
                <a:latin typeface="Calibri"/>
                <a:ea typeface="Calibri"/>
                <a:cs typeface="Calibri"/>
                <a:sym typeface="Calibri"/>
              </a:defRPr>
            </a:lvl8pPr>
            <a:lvl9pPr indent="-10160" lvl="8" marL="20482560" marR="0" rtl="0" algn="ctr">
              <a:spcBef>
                <a:spcPts val="2240"/>
              </a:spcBef>
              <a:spcAft>
                <a:spcPts val="0"/>
              </a:spcAft>
              <a:buClr>
                <a:srgbClr val="888888"/>
              </a:buClr>
              <a:buSzPts val="11200"/>
              <a:buFont typeface="Arial"/>
              <a:buNone/>
              <a:defRPr b="0" i="0" sz="11200" u="none" cap="none" strike="noStrike">
                <a:solidFill>
                  <a:srgbClr val="888888"/>
                </a:solidFill>
                <a:latin typeface="Calibri"/>
                <a:ea typeface="Calibri"/>
                <a:cs typeface="Calibri"/>
                <a:sym typeface="Calibri"/>
              </a:defRPr>
            </a:lvl9pPr>
          </a:lstStyle>
          <a:p/>
        </p:txBody>
      </p:sp>
      <p:sp>
        <p:nvSpPr>
          <p:cNvPr id="18" name="Google Shape;18;p3"/>
          <p:cNvSpPr txBox="1"/>
          <p:nvPr>
            <p:ph idx="10" type="dt"/>
          </p:nvPr>
        </p:nvSpPr>
        <p:spPr>
          <a:xfrm>
            <a:off x="1645920" y="47460750"/>
            <a:ext cx="7680960" cy="2726267"/>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19" name="Google Shape;19;p3"/>
          <p:cNvSpPr txBox="1"/>
          <p:nvPr>
            <p:ph idx="11" type="ftr"/>
          </p:nvPr>
        </p:nvSpPr>
        <p:spPr>
          <a:xfrm>
            <a:off x="11247120" y="47460750"/>
            <a:ext cx="10424160" cy="2726267"/>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20" name="Google Shape;20;p3"/>
          <p:cNvSpPr txBox="1"/>
          <p:nvPr>
            <p:ph idx="12" type="sldNum"/>
          </p:nvPr>
        </p:nvSpPr>
        <p:spPr>
          <a:xfrm>
            <a:off x="23591520" y="47460750"/>
            <a:ext cx="7680960" cy="2726267"/>
          </a:xfrm>
          <a:prstGeom prst="rect">
            <a:avLst/>
          </a:prstGeom>
          <a:noFill/>
          <a:ln>
            <a:noFill/>
          </a:ln>
        </p:spPr>
        <p:txBody>
          <a:bodyPr anchorCtr="0" anchor="ctr" bIns="256025" lIns="512050" spcFirstLastPara="1" rIns="512050" wrap="square" tIns="256025">
            <a:noAutofit/>
          </a:bodyPr>
          <a:lstStyle>
            <a:lvl1pPr indent="0" lvl="0" marL="0" marR="0" rtl="0" algn="r">
              <a:spcBef>
                <a:spcPts val="0"/>
              </a:spcBef>
              <a:buNone/>
              <a:defRPr sz="6700">
                <a:solidFill>
                  <a:srgbClr val="888888"/>
                </a:solidFill>
                <a:latin typeface="Calibri"/>
                <a:ea typeface="Calibri"/>
                <a:cs typeface="Calibri"/>
                <a:sym typeface="Calibri"/>
              </a:defRPr>
            </a:lvl1pPr>
            <a:lvl2pPr indent="0" lvl="1" marL="0" marR="0" rtl="0" algn="r">
              <a:spcBef>
                <a:spcPts val="0"/>
              </a:spcBef>
              <a:buNone/>
              <a:defRPr sz="6700">
                <a:solidFill>
                  <a:srgbClr val="888888"/>
                </a:solidFill>
                <a:latin typeface="Calibri"/>
                <a:ea typeface="Calibri"/>
                <a:cs typeface="Calibri"/>
                <a:sym typeface="Calibri"/>
              </a:defRPr>
            </a:lvl2pPr>
            <a:lvl3pPr indent="0" lvl="2" marL="0" marR="0" rtl="0" algn="r">
              <a:spcBef>
                <a:spcPts val="0"/>
              </a:spcBef>
              <a:buNone/>
              <a:defRPr sz="6700">
                <a:solidFill>
                  <a:srgbClr val="888888"/>
                </a:solidFill>
                <a:latin typeface="Calibri"/>
                <a:ea typeface="Calibri"/>
                <a:cs typeface="Calibri"/>
                <a:sym typeface="Calibri"/>
              </a:defRPr>
            </a:lvl3pPr>
            <a:lvl4pPr indent="0" lvl="3" marL="0" marR="0" rtl="0" algn="r">
              <a:spcBef>
                <a:spcPts val="0"/>
              </a:spcBef>
              <a:buNone/>
              <a:defRPr sz="6700">
                <a:solidFill>
                  <a:srgbClr val="888888"/>
                </a:solidFill>
                <a:latin typeface="Calibri"/>
                <a:ea typeface="Calibri"/>
                <a:cs typeface="Calibri"/>
                <a:sym typeface="Calibri"/>
              </a:defRPr>
            </a:lvl4pPr>
            <a:lvl5pPr indent="0" lvl="4" marL="0" marR="0" rtl="0" algn="r">
              <a:spcBef>
                <a:spcPts val="0"/>
              </a:spcBef>
              <a:buNone/>
              <a:defRPr sz="6700">
                <a:solidFill>
                  <a:srgbClr val="888888"/>
                </a:solidFill>
                <a:latin typeface="Calibri"/>
                <a:ea typeface="Calibri"/>
                <a:cs typeface="Calibri"/>
                <a:sym typeface="Calibri"/>
              </a:defRPr>
            </a:lvl5pPr>
            <a:lvl6pPr indent="0" lvl="5" marL="0" marR="0" rtl="0" algn="r">
              <a:spcBef>
                <a:spcPts val="0"/>
              </a:spcBef>
              <a:buNone/>
              <a:defRPr sz="6700">
                <a:solidFill>
                  <a:srgbClr val="888888"/>
                </a:solidFill>
                <a:latin typeface="Calibri"/>
                <a:ea typeface="Calibri"/>
                <a:cs typeface="Calibri"/>
                <a:sym typeface="Calibri"/>
              </a:defRPr>
            </a:lvl6pPr>
            <a:lvl7pPr indent="0" lvl="6" marL="0" marR="0" rtl="0" algn="r">
              <a:spcBef>
                <a:spcPts val="0"/>
              </a:spcBef>
              <a:buNone/>
              <a:defRPr sz="6700">
                <a:solidFill>
                  <a:srgbClr val="888888"/>
                </a:solidFill>
                <a:latin typeface="Calibri"/>
                <a:ea typeface="Calibri"/>
                <a:cs typeface="Calibri"/>
                <a:sym typeface="Calibri"/>
              </a:defRPr>
            </a:lvl7pPr>
            <a:lvl8pPr indent="0" lvl="7" marL="0" marR="0" rtl="0" algn="r">
              <a:spcBef>
                <a:spcPts val="0"/>
              </a:spcBef>
              <a:buNone/>
              <a:defRPr sz="6700">
                <a:solidFill>
                  <a:srgbClr val="888888"/>
                </a:solidFill>
                <a:latin typeface="Calibri"/>
                <a:ea typeface="Calibri"/>
                <a:cs typeface="Calibri"/>
                <a:sym typeface="Calibri"/>
              </a:defRPr>
            </a:lvl8pPr>
            <a:lvl9pPr indent="0" lvl="8" marL="0" marR="0" rtl="0" algn="r">
              <a:spcBef>
                <a:spcPts val="0"/>
              </a:spcBef>
              <a:buNone/>
              <a:defRPr sz="67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1645920" y="2050630"/>
            <a:ext cx="29626559" cy="85344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24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3" name="Google Shape;23;p4"/>
          <p:cNvSpPr txBox="1"/>
          <p:nvPr>
            <p:ph idx="1" type="body"/>
          </p:nvPr>
        </p:nvSpPr>
        <p:spPr>
          <a:xfrm>
            <a:off x="1645920" y="11948165"/>
            <a:ext cx="29626559" cy="33793857"/>
          </a:xfrm>
          <a:prstGeom prst="rect">
            <a:avLst/>
          </a:prstGeom>
          <a:noFill/>
          <a:ln>
            <a:noFill/>
          </a:ln>
        </p:spPr>
        <p:txBody>
          <a:bodyPr anchorCtr="0" anchor="t" bIns="91425" lIns="91425" spcFirstLastPara="1" rIns="91425" wrap="square" tIns="91425">
            <a:noAutofit/>
          </a:bodyPr>
          <a:lstStyle>
            <a:lvl1pPr indent="-1365250" lvl="0" marL="457200" marR="0" rtl="0" algn="l">
              <a:spcBef>
                <a:spcPts val="3580"/>
              </a:spcBef>
              <a:spcAft>
                <a:spcPts val="0"/>
              </a:spcAft>
              <a:buClr>
                <a:schemeClr val="dk1"/>
              </a:buClr>
              <a:buSzPts val="17900"/>
              <a:buFont typeface="Arial"/>
              <a:buChar char="•"/>
              <a:defRPr b="0" i="0" sz="17900" u="none" cap="none" strike="noStrike">
                <a:solidFill>
                  <a:schemeClr val="dk1"/>
                </a:solidFill>
                <a:latin typeface="Calibri"/>
                <a:ea typeface="Calibri"/>
                <a:cs typeface="Calibri"/>
                <a:sym typeface="Calibri"/>
              </a:defRPr>
            </a:lvl1pPr>
            <a:lvl2pPr indent="-1225550" lvl="1" marL="914400" marR="0" rtl="0" algn="l">
              <a:spcBef>
                <a:spcPts val="3140"/>
              </a:spcBef>
              <a:spcAft>
                <a:spcPts val="0"/>
              </a:spcAft>
              <a:buClr>
                <a:schemeClr val="dk1"/>
              </a:buClr>
              <a:buSzPts val="15700"/>
              <a:buFont typeface="Arial"/>
              <a:buChar char="–"/>
              <a:defRPr b="0" i="0" sz="15700" u="none" cap="none" strike="noStrike">
                <a:solidFill>
                  <a:schemeClr val="dk1"/>
                </a:solidFill>
                <a:latin typeface="Calibri"/>
                <a:ea typeface="Calibri"/>
                <a:cs typeface="Calibri"/>
                <a:sym typeface="Calibri"/>
              </a:defRPr>
            </a:lvl2pPr>
            <a:lvl3pPr indent="-1079500" lvl="2" marL="1371600" marR="0" rtl="0" algn="l">
              <a:spcBef>
                <a:spcPts val="2680"/>
              </a:spcBef>
              <a:spcAft>
                <a:spcPts val="0"/>
              </a:spcAft>
              <a:buClr>
                <a:schemeClr val="dk1"/>
              </a:buClr>
              <a:buSzPts val="13400"/>
              <a:buFont typeface="Arial"/>
              <a:buChar char="•"/>
              <a:defRPr b="0" i="0" sz="13400" u="none" cap="none" strike="noStrike">
                <a:solidFill>
                  <a:schemeClr val="dk1"/>
                </a:solidFill>
                <a:latin typeface="Calibri"/>
                <a:ea typeface="Calibri"/>
                <a:cs typeface="Calibri"/>
                <a:sym typeface="Calibri"/>
              </a:defRPr>
            </a:lvl3pPr>
            <a:lvl4pPr indent="-939800" lvl="3" marL="18288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4pPr>
            <a:lvl5pPr indent="-939800" lvl="4" marL="22860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5pPr>
            <a:lvl6pPr indent="-939800" lvl="5" marL="27432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6pPr>
            <a:lvl7pPr indent="-939800" lvl="6" marL="32004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7pPr>
            <a:lvl8pPr indent="-939800" lvl="7" marL="36576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8pPr>
            <a:lvl9pPr indent="-939800" lvl="8" marL="41148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9pPr>
          </a:lstStyle>
          <a:p/>
        </p:txBody>
      </p:sp>
      <p:sp>
        <p:nvSpPr>
          <p:cNvPr id="24" name="Google Shape;24;p4"/>
          <p:cNvSpPr txBox="1"/>
          <p:nvPr>
            <p:ph idx="10" type="dt"/>
          </p:nvPr>
        </p:nvSpPr>
        <p:spPr>
          <a:xfrm>
            <a:off x="1645920" y="47460750"/>
            <a:ext cx="7680960" cy="2726267"/>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25" name="Google Shape;25;p4"/>
          <p:cNvSpPr txBox="1"/>
          <p:nvPr>
            <p:ph idx="11" type="ftr"/>
          </p:nvPr>
        </p:nvSpPr>
        <p:spPr>
          <a:xfrm>
            <a:off x="11247120" y="47460750"/>
            <a:ext cx="10424160" cy="2726267"/>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26" name="Google Shape;26;p4"/>
          <p:cNvSpPr txBox="1"/>
          <p:nvPr>
            <p:ph idx="12" type="sldNum"/>
          </p:nvPr>
        </p:nvSpPr>
        <p:spPr>
          <a:xfrm>
            <a:off x="23591520" y="47460750"/>
            <a:ext cx="7680960" cy="2726267"/>
          </a:xfrm>
          <a:prstGeom prst="rect">
            <a:avLst/>
          </a:prstGeom>
          <a:noFill/>
          <a:ln>
            <a:noFill/>
          </a:ln>
        </p:spPr>
        <p:txBody>
          <a:bodyPr anchorCtr="0" anchor="ctr" bIns="256025" lIns="512050" spcFirstLastPara="1" rIns="512050" wrap="square" tIns="256025">
            <a:noAutofit/>
          </a:bodyPr>
          <a:lstStyle>
            <a:lvl1pPr indent="0" lvl="0" marL="0" marR="0" rtl="0" algn="r">
              <a:spcBef>
                <a:spcPts val="0"/>
              </a:spcBef>
              <a:buNone/>
              <a:defRPr sz="6700">
                <a:solidFill>
                  <a:srgbClr val="888888"/>
                </a:solidFill>
                <a:latin typeface="Calibri"/>
                <a:ea typeface="Calibri"/>
                <a:cs typeface="Calibri"/>
                <a:sym typeface="Calibri"/>
              </a:defRPr>
            </a:lvl1pPr>
            <a:lvl2pPr indent="0" lvl="1" marL="0" marR="0" rtl="0" algn="r">
              <a:spcBef>
                <a:spcPts val="0"/>
              </a:spcBef>
              <a:buNone/>
              <a:defRPr sz="6700">
                <a:solidFill>
                  <a:srgbClr val="888888"/>
                </a:solidFill>
                <a:latin typeface="Calibri"/>
                <a:ea typeface="Calibri"/>
                <a:cs typeface="Calibri"/>
                <a:sym typeface="Calibri"/>
              </a:defRPr>
            </a:lvl2pPr>
            <a:lvl3pPr indent="0" lvl="2" marL="0" marR="0" rtl="0" algn="r">
              <a:spcBef>
                <a:spcPts val="0"/>
              </a:spcBef>
              <a:buNone/>
              <a:defRPr sz="6700">
                <a:solidFill>
                  <a:srgbClr val="888888"/>
                </a:solidFill>
                <a:latin typeface="Calibri"/>
                <a:ea typeface="Calibri"/>
                <a:cs typeface="Calibri"/>
                <a:sym typeface="Calibri"/>
              </a:defRPr>
            </a:lvl3pPr>
            <a:lvl4pPr indent="0" lvl="3" marL="0" marR="0" rtl="0" algn="r">
              <a:spcBef>
                <a:spcPts val="0"/>
              </a:spcBef>
              <a:buNone/>
              <a:defRPr sz="6700">
                <a:solidFill>
                  <a:srgbClr val="888888"/>
                </a:solidFill>
                <a:latin typeface="Calibri"/>
                <a:ea typeface="Calibri"/>
                <a:cs typeface="Calibri"/>
                <a:sym typeface="Calibri"/>
              </a:defRPr>
            </a:lvl4pPr>
            <a:lvl5pPr indent="0" lvl="4" marL="0" marR="0" rtl="0" algn="r">
              <a:spcBef>
                <a:spcPts val="0"/>
              </a:spcBef>
              <a:buNone/>
              <a:defRPr sz="6700">
                <a:solidFill>
                  <a:srgbClr val="888888"/>
                </a:solidFill>
                <a:latin typeface="Calibri"/>
                <a:ea typeface="Calibri"/>
                <a:cs typeface="Calibri"/>
                <a:sym typeface="Calibri"/>
              </a:defRPr>
            </a:lvl5pPr>
            <a:lvl6pPr indent="0" lvl="5" marL="0" marR="0" rtl="0" algn="r">
              <a:spcBef>
                <a:spcPts val="0"/>
              </a:spcBef>
              <a:buNone/>
              <a:defRPr sz="6700">
                <a:solidFill>
                  <a:srgbClr val="888888"/>
                </a:solidFill>
                <a:latin typeface="Calibri"/>
                <a:ea typeface="Calibri"/>
                <a:cs typeface="Calibri"/>
                <a:sym typeface="Calibri"/>
              </a:defRPr>
            </a:lvl6pPr>
            <a:lvl7pPr indent="0" lvl="6" marL="0" marR="0" rtl="0" algn="r">
              <a:spcBef>
                <a:spcPts val="0"/>
              </a:spcBef>
              <a:buNone/>
              <a:defRPr sz="6700">
                <a:solidFill>
                  <a:srgbClr val="888888"/>
                </a:solidFill>
                <a:latin typeface="Calibri"/>
                <a:ea typeface="Calibri"/>
                <a:cs typeface="Calibri"/>
                <a:sym typeface="Calibri"/>
              </a:defRPr>
            </a:lvl7pPr>
            <a:lvl8pPr indent="0" lvl="7" marL="0" marR="0" rtl="0" algn="r">
              <a:spcBef>
                <a:spcPts val="0"/>
              </a:spcBef>
              <a:buNone/>
              <a:defRPr sz="6700">
                <a:solidFill>
                  <a:srgbClr val="888888"/>
                </a:solidFill>
                <a:latin typeface="Calibri"/>
                <a:ea typeface="Calibri"/>
                <a:cs typeface="Calibri"/>
                <a:sym typeface="Calibri"/>
              </a:defRPr>
            </a:lvl8pPr>
            <a:lvl9pPr indent="0" lvl="8" marL="0" marR="0" rtl="0" algn="r">
              <a:spcBef>
                <a:spcPts val="0"/>
              </a:spcBef>
              <a:buNone/>
              <a:defRPr sz="67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2600327" y="32904856"/>
            <a:ext cx="27980641" cy="1017016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Clr>
                <a:schemeClr val="dk1"/>
              </a:buClr>
              <a:buSzPts val="1400"/>
              <a:buFont typeface="Calibri"/>
              <a:buNone/>
              <a:defRPr b="1" i="0" sz="22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9" name="Google Shape;29;p5"/>
          <p:cNvSpPr txBox="1"/>
          <p:nvPr>
            <p:ph idx="1" type="body"/>
          </p:nvPr>
        </p:nvSpPr>
        <p:spPr>
          <a:xfrm>
            <a:off x="2600327" y="21703461"/>
            <a:ext cx="27980641" cy="11201397"/>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2240"/>
              </a:spcBef>
              <a:spcAft>
                <a:spcPts val="0"/>
              </a:spcAft>
              <a:buClr>
                <a:srgbClr val="888888"/>
              </a:buClr>
              <a:buSzPts val="17900"/>
              <a:buFont typeface="Arial"/>
              <a:buNone/>
              <a:defRPr b="0" i="0" sz="11200" u="none" cap="none" strike="noStrike">
                <a:solidFill>
                  <a:srgbClr val="888888"/>
                </a:solidFill>
                <a:latin typeface="Calibri"/>
                <a:ea typeface="Calibri"/>
                <a:cs typeface="Calibri"/>
                <a:sym typeface="Calibri"/>
              </a:defRPr>
            </a:lvl1pPr>
            <a:lvl2pPr indent="-228600" lvl="1" marL="914400" marR="0" rtl="0" algn="l">
              <a:spcBef>
                <a:spcPts val="2020"/>
              </a:spcBef>
              <a:spcAft>
                <a:spcPts val="0"/>
              </a:spcAft>
              <a:buClr>
                <a:srgbClr val="888888"/>
              </a:buClr>
              <a:buSzPts val="15700"/>
              <a:buFont typeface="Arial"/>
              <a:buNone/>
              <a:defRPr b="0" i="0" sz="10100" u="none" cap="none" strike="noStrike">
                <a:solidFill>
                  <a:srgbClr val="888888"/>
                </a:solidFill>
                <a:latin typeface="Calibri"/>
                <a:ea typeface="Calibri"/>
                <a:cs typeface="Calibri"/>
                <a:sym typeface="Calibri"/>
              </a:defRPr>
            </a:lvl2pPr>
            <a:lvl3pPr indent="-228600" lvl="2" marL="1371600" marR="0" rtl="0" algn="l">
              <a:spcBef>
                <a:spcPts val="1800"/>
              </a:spcBef>
              <a:spcAft>
                <a:spcPts val="0"/>
              </a:spcAft>
              <a:buClr>
                <a:srgbClr val="888888"/>
              </a:buClr>
              <a:buSzPts val="13400"/>
              <a:buFont typeface="Arial"/>
              <a:buNone/>
              <a:defRPr b="0" i="0" sz="9000" u="none" cap="none" strike="noStrike">
                <a:solidFill>
                  <a:srgbClr val="888888"/>
                </a:solidFill>
                <a:latin typeface="Calibri"/>
                <a:ea typeface="Calibri"/>
                <a:cs typeface="Calibri"/>
                <a:sym typeface="Calibri"/>
              </a:defRPr>
            </a:lvl3pPr>
            <a:lvl4pPr indent="-228600" lvl="3" marL="1828800" marR="0" rtl="0" algn="l">
              <a:spcBef>
                <a:spcPts val="1560"/>
              </a:spcBef>
              <a:spcAft>
                <a:spcPts val="0"/>
              </a:spcAft>
              <a:buClr>
                <a:srgbClr val="888888"/>
              </a:buClr>
              <a:buSzPts val="11200"/>
              <a:buFont typeface="Arial"/>
              <a:buNone/>
              <a:defRPr b="0" i="0" sz="7800" u="none" cap="none" strike="noStrike">
                <a:solidFill>
                  <a:srgbClr val="888888"/>
                </a:solidFill>
                <a:latin typeface="Calibri"/>
                <a:ea typeface="Calibri"/>
                <a:cs typeface="Calibri"/>
                <a:sym typeface="Calibri"/>
              </a:defRPr>
            </a:lvl4pPr>
            <a:lvl5pPr indent="-228600" lvl="4" marL="2286000" marR="0" rtl="0" algn="l">
              <a:spcBef>
                <a:spcPts val="1560"/>
              </a:spcBef>
              <a:spcAft>
                <a:spcPts val="0"/>
              </a:spcAft>
              <a:buClr>
                <a:srgbClr val="888888"/>
              </a:buClr>
              <a:buSzPts val="11200"/>
              <a:buFont typeface="Arial"/>
              <a:buNone/>
              <a:defRPr b="0" i="0" sz="7800" u="none" cap="none" strike="noStrike">
                <a:solidFill>
                  <a:srgbClr val="888888"/>
                </a:solidFill>
                <a:latin typeface="Calibri"/>
                <a:ea typeface="Calibri"/>
                <a:cs typeface="Calibri"/>
                <a:sym typeface="Calibri"/>
              </a:defRPr>
            </a:lvl5pPr>
            <a:lvl6pPr indent="-228600" lvl="5" marL="2743200" marR="0" rtl="0" algn="l">
              <a:spcBef>
                <a:spcPts val="1560"/>
              </a:spcBef>
              <a:spcAft>
                <a:spcPts val="0"/>
              </a:spcAft>
              <a:buClr>
                <a:srgbClr val="888888"/>
              </a:buClr>
              <a:buSzPts val="11200"/>
              <a:buFont typeface="Arial"/>
              <a:buNone/>
              <a:defRPr b="0" i="0" sz="7800" u="none" cap="none" strike="noStrike">
                <a:solidFill>
                  <a:srgbClr val="888888"/>
                </a:solidFill>
                <a:latin typeface="Calibri"/>
                <a:ea typeface="Calibri"/>
                <a:cs typeface="Calibri"/>
                <a:sym typeface="Calibri"/>
              </a:defRPr>
            </a:lvl6pPr>
            <a:lvl7pPr indent="-228600" lvl="6" marL="3200400" marR="0" rtl="0" algn="l">
              <a:spcBef>
                <a:spcPts val="1560"/>
              </a:spcBef>
              <a:spcAft>
                <a:spcPts val="0"/>
              </a:spcAft>
              <a:buClr>
                <a:srgbClr val="888888"/>
              </a:buClr>
              <a:buSzPts val="11200"/>
              <a:buFont typeface="Arial"/>
              <a:buNone/>
              <a:defRPr b="0" i="0" sz="7800" u="none" cap="none" strike="noStrike">
                <a:solidFill>
                  <a:srgbClr val="888888"/>
                </a:solidFill>
                <a:latin typeface="Calibri"/>
                <a:ea typeface="Calibri"/>
                <a:cs typeface="Calibri"/>
                <a:sym typeface="Calibri"/>
              </a:defRPr>
            </a:lvl7pPr>
            <a:lvl8pPr indent="-228600" lvl="7" marL="3657600" marR="0" rtl="0" algn="l">
              <a:spcBef>
                <a:spcPts val="1560"/>
              </a:spcBef>
              <a:spcAft>
                <a:spcPts val="0"/>
              </a:spcAft>
              <a:buClr>
                <a:srgbClr val="888888"/>
              </a:buClr>
              <a:buSzPts val="11200"/>
              <a:buFont typeface="Arial"/>
              <a:buNone/>
              <a:defRPr b="0" i="0" sz="7800" u="none" cap="none" strike="noStrike">
                <a:solidFill>
                  <a:srgbClr val="888888"/>
                </a:solidFill>
                <a:latin typeface="Calibri"/>
                <a:ea typeface="Calibri"/>
                <a:cs typeface="Calibri"/>
                <a:sym typeface="Calibri"/>
              </a:defRPr>
            </a:lvl8pPr>
            <a:lvl9pPr indent="-228600" lvl="8" marL="4114800" marR="0" rtl="0" algn="l">
              <a:spcBef>
                <a:spcPts val="1560"/>
              </a:spcBef>
              <a:spcAft>
                <a:spcPts val="0"/>
              </a:spcAft>
              <a:buClr>
                <a:srgbClr val="888888"/>
              </a:buClr>
              <a:buSzPts val="11200"/>
              <a:buFont typeface="Arial"/>
              <a:buNone/>
              <a:defRPr b="0" i="0" sz="7800" u="none" cap="none" strike="noStrike">
                <a:solidFill>
                  <a:srgbClr val="888888"/>
                </a:solidFill>
                <a:latin typeface="Calibri"/>
                <a:ea typeface="Calibri"/>
                <a:cs typeface="Calibri"/>
                <a:sym typeface="Calibri"/>
              </a:defRPr>
            </a:lvl9pPr>
          </a:lstStyle>
          <a:p/>
        </p:txBody>
      </p:sp>
      <p:sp>
        <p:nvSpPr>
          <p:cNvPr id="30" name="Google Shape;30;p5"/>
          <p:cNvSpPr txBox="1"/>
          <p:nvPr>
            <p:ph idx="10" type="dt"/>
          </p:nvPr>
        </p:nvSpPr>
        <p:spPr>
          <a:xfrm>
            <a:off x="1645920" y="47460750"/>
            <a:ext cx="7680960" cy="2726267"/>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31" name="Google Shape;31;p5"/>
          <p:cNvSpPr txBox="1"/>
          <p:nvPr>
            <p:ph idx="11" type="ftr"/>
          </p:nvPr>
        </p:nvSpPr>
        <p:spPr>
          <a:xfrm>
            <a:off x="11247120" y="47460750"/>
            <a:ext cx="10424160" cy="2726267"/>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32" name="Google Shape;32;p5"/>
          <p:cNvSpPr txBox="1"/>
          <p:nvPr>
            <p:ph idx="12" type="sldNum"/>
          </p:nvPr>
        </p:nvSpPr>
        <p:spPr>
          <a:xfrm>
            <a:off x="23591520" y="47460750"/>
            <a:ext cx="7680960" cy="2726267"/>
          </a:xfrm>
          <a:prstGeom prst="rect">
            <a:avLst/>
          </a:prstGeom>
          <a:noFill/>
          <a:ln>
            <a:noFill/>
          </a:ln>
        </p:spPr>
        <p:txBody>
          <a:bodyPr anchorCtr="0" anchor="ctr" bIns="256025" lIns="512050" spcFirstLastPara="1" rIns="512050" wrap="square" tIns="256025">
            <a:noAutofit/>
          </a:bodyPr>
          <a:lstStyle>
            <a:lvl1pPr indent="0" lvl="0" marL="0" marR="0" rtl="0" algn="r">
              <a:spcBef>
                <a:spcPts val="0"/>
              </a:spcBef>
              <a:buNone/>
              <a:defRPr sz="6700">
                <a:solidFill>
                  <a:srgbClr val="888888"/>
                </a:solidFill>
                <a:latin typeface="Calibri"/>
                <a:ea typeface="Calibri"/>
                <a:cs typeface="Calibri"/>
                <a:sym typeface="Calibri"/>
              </a:defRPr>
            </a:lvl1pPr>
            <a:lvl2pPr indent="0" lvl="1" marL="0" marR="0" rtl="0" algn="r">
              <a:spcBef>
                <a:spcPts val="0"/>
              </a:spcBef>
              <a:buNone/>
              <a:defRPr sz="6700">
                <a:solidFill>
                  <a:srgbClr val="888888"/>
                </a:solidFill>
                <a:latin typeface="Calibri"/>
                <a:ea typeface="Calibri"/>
                <a:cs typeface="Calibri"/>
                <a:sym typeface="Calibri"/>
              </a:defRPr>
            </a:lvl2pPr>
            <a:lvl3pPr indent="0" lvl="2" marL="0" marR="0" rtl="0" algn="r">
              <a:spcBef>
                <a:spcPts val="0"/>
              </a:spcBef>
              <a:buNone/>
              <a:defRPr sz="6700">
                <a:solidFill>
                  <a:srgbClr val="888888"/>
                </a:solidFill>
                <a:latin typeface="Calibri"/>
                <a:ea typeface="Calibri"/>
                <a:cs typeface="Calibri"/>
                <a:sym typeface="Calibri"/>
              </a:defRPr>
            </a:lvl3pPr>
            <a:lvl4pPr indent="0" lvl="3" marL="0" marR="0" rtl="0" algn="r">
              <a:spcBef>
                <a:spcPts val="0"/>
              </a:spcBef>
              <a:buNone/>
              <a:defRPr sz="6700">
                <a:solidFill>
                  <a:srgbClr val="888888"/>
                </a:solidFill>
                <a:latin typeface="Calibri"/>
                <a:ea typeface="Calibri"/>
                <a:cs typeface="Calibri"/>
                <a:sym typeface="Calibri"/>
              </a:defRPr>
            </a:lvl4pPr>
            <a:lvl5pPr indent="0" lvl="4" marL="0" marR="0" rtl="0" algn="r">
              <a:spcBef>
                <a:spcPts val="0"/>
              </a:spcBef>
              <a:buNone/>
              <a:defRPr sz="6700">
                <a:solidFill>
                  <a:srgbClr val="888888"/>
                </a:solidFill>
                <a:latin typeface="Calibri"/>
                <a:ea typeface="Calibri"/>
                <a:cs typeface="Calibri"/>
                <a:sym typeface="Calibri"/>
              </a:defRPr>
            </a:lvl5pPr>
            <a:lvl6pPr indent="0" lvl="5" marL="0" marR="0" rtl="0" algn="r">
              <a:spcBef>
                <a:spcPts val="0"/>
              </a:spcBef>
              <a:buNone/>
              <a:defRPr sz="6700">
                <a:solidFill>
                  <a:srgbClr val="888888"/>
                </a:solidFill>
                <a:latin typeface="Calibri"/>
                <a:ea typeface="Calibri"/>
                <a:cs typeface="Calibri"/>
                <a:sym typeface="Calibri"/>
              </a:defRPr>
            </a:lvl6pPr>
            <a:lvl7pPr indent="0" lvl="6" marL="0" marR="0" rtl="0" algn="r">
              <a:spcBef>
                <a:spcPts val="0"/>
              </a:spcBef>
              <a:buNone/>
              <a:defRPr sz="6700">
                <a:solidFill>
                  <a:srgbClr val="888888"/>
                </a:solidFill>
                <a:latin typeface="Calibri"/>
                <a:ea typeface="Calibri"/>
                <a:cs typeface="Calibri"/>
                <a:sym typeface="Calibri"/>
              </a:defRPr>
            </a:lvl7pPr>
            <a:lvl8pPr indent="0" lvl="7" marL="0" marR="0" rtl="0" algn="r">
              <a:spcBef>
                <a:spcPts val="0"/>
              </a:spcBef>
              <a:buNone/>
              <a:defRPr sz="6700">
                <a:solidFill>
                  <a:srgbClr val="888888"/>
                </a:solidFill>
                <a:latin typeface="Calibri"/>
                <a:ea typeface="Calibri"/>
                <a:cs typeface="Calibri"/>
                <a:sym typeface="Calibri"/>
              </a:defRPr>
            </a:lvl8pPr>
            <a:lvl9pPr indent="0" lvl="8" marL="0" marR="0" rtl="0" algn="r">
              <a:spcBef>
                <a:spcPts val="0"/>
              </a:spcBef>
              <a:buNone/>
              <a:defRPr sz="67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1645920" y="2050630"/>
            <a:ext cx="29626559" cy="85344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24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5" name="Google Shape;35;p6"/>
          <p:cNvSpPr txBox="1"/>
          <p:nvPr>
            <p:ph idx="1" type="body"/>
          </p:nvPr>
        </p:nvSpPr>
        <p:spPr>
          <a:xfrm>
            <a:off x="1645920" y="11948165"/>
            <a:ext cx="14538960" cy="33793857"/>
          </a:xfrm>
          <a:prstGeom prst="rect">
            <a:avLst/>
          </a:prstGeom>
          <a:noFill/>
          <a:ln>
            <a:noFill/>
          </a:ln>
        </p:spPr>
        <p:txBody>
          <a:bodyPr anchorCtr="0" anchor="t" bIns="91425" lIns="91425" spcFirstLastPara="1" rIns="91425" wrap="square" tIns="91425">
            <a:noAutofit/>
          </a:bodyPr>
          <a:lstStyle>
            <a:lvl1pPr indent="-1225550" lvl="0" marL="457200" marR="0" rtl="0" algn="l">
              <a:spcBef>
                <a:spcPts val="3140"/>
              </a:spcBef>
              <a:spcAft>
                <a:spcPts val="0"/>
              </a:spcAft>
              <a:buClr>
                <a:schemeClr val="dk1"/>
              </a:buClr>
              <a:buSzPts val="15700"/>
              <a:buFont typeface="Arial"/>
              <a:buChar char="•"/>
              <a:defRPr b="0" i="0" sz="15700" u="none" cap="none" strike="noStrike">
                <a:solidFill>
                  <a:schemeClr val="dk1"/>
                </a:solidFill>
                <a:latin typeface="Calibri"/>
                <a:ea typeface="Calibri"/>
                <a:cs typeface="Calibri"/>
                <a:sym typeface="Calibri"/>
              </a:defRPr>
            </a:lvl1pPr>
            <a:lvl2pPr indent="-1079500" lvl="1" marL="914400" marR="0" rtl="0" algn="l">
              <a:spcBef>
                <a:spcPts val="2680"/>
              </a:spcBef>
              <a:spcAft>
                <a:spcPts val="0"/>
              </a:spcAft>
              <a:buClr>
                <a:schemeClr val="dk1"/>
              </a:buClr>
              <a:buSzPts val="13400"/>
              <a:buFont typeface="Arial"/>
              <a:buChar char="–"/>
              <a:defRPr b="0" i="0" sz="13400" u="none" cap="none" strike="noStrike">
                <a:solidFill>
                  <a:schemeClr val="dk1"/>
                </a:solidFill>
                <a:latin typeface="Calibri"/>
                <a:ea typeface="Calibri"/>
                <a:cs typeface="Calibri"/>
                <a:sym typeface="Calibri"/>
              </a:defRPr>
            </a:lvl2pPr>
            <a:lvl3pPr indent="-939800" lvl="2" marL="13716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3pPr>
            <a:lvl4pPr indent="-869950" lvl="3" marL="1828800" marR="0" rtl="0" algn="l">
              <a:spcBef>
                <a:spcPts val="2020"/>
              </a:spcBef>
              <a:spcAft>
                <a:spcPts val="0"/>
              </a:spcAft>
              <a:buClr>
                <a:schemeClr val="dk1"/>
              </a:buClr>
              <a:buSzPts val="10100"/>
              <a:buFont typeface="Arial"/>
              <a:buChar char="–"/>
              <a:defRPr b="0" i="0" sz="10100" u="none" cap="none" strike="noStrike">
                <a:solidFill>
                  <a:schemeClr val="dk1"/>
                </a:solidFill>
                <a:latin typeface="Calibri"/>
                <a:ea typeface="Calibri"/>
                <a:cs typeface="Calibri"/>
                <a:sym typeface="Calibri"/>
              </a:defRPr>
            </a:lvl4pPr>
            <a:lvl5pPr indent="-869950" lvl="4" marL="2286000" marR="0" rtl="0" algn="l">
              <a:spcBef>
                <a:spcPts val="2020"/>
              </a:spcBef>
              <a:spcAft>
                <a:spcPts val="0"/>
              </a:spcAft>
              <a:buClr>
                <a:schemeClr val="dk1"/>
              </a:buClr>
              <a:buSzPts val="10100"/>
              <a:buFont typeface="Arial"/>
              <a:buChar char="»"/>
              <a:defRPr b="0" i="0" sz="10100" u="none" cap="none" strike="noStrike">
                <a:solidFill>
                  <a:schemeClr val="dk1"/>
                </a:solidFill>
                <a:latin typeface="Calibri"/>
                <a:ea typeface="Calibri"/>
                <a:cs typeface="Calibri"/>
                <a:sym typeface="Calibri"/>
              </a:defRPr>
            </a:lvl5pPr>
            <a:lvl6pPr indent="-869950" lvl="5" marL="2743200" marR="0" rtl="0" algn="l">
              <a:spcBef>
                <a:spcPts val="2020"/>
              </a:spcBef>
              <a:spcAft>
                <a:spcPts val="0"/>
              </a:spcAft>
              <a:buClr>
                <a:schemeClr val="dk1"/>
              </a:buClr>
              <a:buSzPts val="10100"/>
              <a:buFont typeface="Arial"/>
              <a:buChar char="•"/>
              <a:defRPr b="0" i="0" sz="10100" u="none" cap="none" strike="noStrike">
                <a:solidFill>
                  <a:schemeClr val="dk1"/>
                </a:solidFill>
                <a:latin typeface="Calibri"/>
                <a:ea typeface="Calibri"/>
                <a:cs typeface="Calibri"/>
                <a:sym typeface="Calibri"/>
              </a:defRPr>
            </a:lvl6pPr>
            <a:lvl7pPr indent="-869950" lvl="6" marL="3200400" marR="0" rtl="0" algn="l">
              <a:spcBef>
                <a:spcPts val="2020"/>
              </a:spcBef>
              <a:spcAft>
                <a:spcPts val="0"/>
              </a:spcAft>
              <a:buClr>
                <a:schemeClr val="dk1"/>
              </a:buClr>
              <a:buSzPts val="10100"/>
              <a:buFont typeface="Arial"/>
              <a:buChar char="•"/>
              <a:defRPr b="0" i="0" sz="10100" u="none" cap="none" strike="noStrike">
                <a:solidFill>
                  <a:schemeClr val="dk1"/>
                </a:solidFill>
                <a:latin typeface="Calibri"/>
                <a:ea typeface="Calibri"/>
                <a:cs typeface="Calibri"/>
                <a:sym typeface="Calibri"/>
              </a:defRPr>
            </a:lvl7pPr>
            <a:lvl8pPr indent="-869950" lvl="7" marL="3657600" marR="0" rtl="0" algn="l">
              <a:spcBef>
                <a:spcPts val="2020"/>
              </a:spcBef>
              <a:spcAft>
                <a:spcPts val="0"/>
              </a:spcAft>
              <a:buClr>
                <a:schemeClr val="dk1"/>
              </a:buClr>
              <a:buSzPts val="10100"/>
              <a:buFont typeface="Arial"/>
              <a:buChar char="•"/>
              <a:defRPr b="0" i="0" sz="10100" u="none" cap="none" strike="noStrike">
                <a:solidFill>
                  <a:schemeClr val="dk1"/>
                </a:solidFill>
                <a:latin typeface="Calibri"/>
                <a:ea typeface="Calibri"/>
                <a:cs typeface="Calibri"/>
                <a:sym typeface="Calibri"/>
              </a:defRPr>
            </a:lvl8pPr>
            <a:lvl9pPr indent="-869950" lvl="8" marL="4114800" marR="0" rtl="0" algn="l">
              <a:spcBef>
                <a:spcPts val="2020"/>
              </a:spcBef>
              <a:spcAft>
                <a:spcPts val="0"/>
              </a:spcAft>
              <a:buClr>
                <a:schemeClr val="dk1"/>
              </a:buClr>
              <a:buSzPts val="10100"/>
              <a:buFont typeface="Arial"/>
              <a:buChar char="•"/>
              <a:defRPr b="0" i="0" sz="10100" u="none" cap="none" strike="noStrike">
                <a:solidFill>
                  <a:schemeClr val="dk1"/>
                </a:solidFill>
                <a:latin typeface="Calibri"/>
                <a:ea typeface="Calibri"/>
                <a:cs typeface="Calibri"/>
                <a:sym typeface="Calibri"/>
              </a:defRPr>
            </a:lvl9pPr>
          </a:lstStyle>
          <a:p/>
        </p:txBody>
      </p:sp>
      <p:sp>
        <p:nvSpPr>
          <p:cNvPr id="36" name="Google Shape;36;p6"/>
          <p:cNvSpPr txBox="1"/>
          <p:nvPr>
            <p:ph idx="2" type="body"/>
          </p:nvPr>
        </p:nvSpPr>
        <p:spPr>
          <a:xfrm>
            <a:off x="16733520" y="11948165"/>
            <a:ext cx="14538960" cy="33793857"/>
          </a:xfrm>
          <a:prstGeom prst="rect">
            <a:avLst/>
          </a:prstGeom>
          <a:noFill/>
          <a:ln>
            <a:noFill/>
          </a:ln>
        </p:spPr>
        <p:txBody>
          <a:bodyPr anchorCtr="0" anchor="t" bIns="91425" lIns="91425" spcFirstLastPara="1" rIns="91425" wrap="square" tIns="91425">
            <a:noAutofit/>
          </a:bodyPr>
          <a:lstStyle>
            <a:lvl1pPr indent="-1225550" lvl="0" marL="457200" marR="0" rtl="0" algn="l">
              <a:spcBef>
                <a:spcPts val="3140"/>
              </a:spcBef>
              <a:spcAft>
                <a:spcPts val="0"/>
              </a:spcAft>
              <a:buClr>
                <a:schemeClr val="dk1"/>
              </a:buClr>
              <a:buSzPts val="15700"/>
              <a:buFont typeface="Arial"/>
              <a:buChar char="•"/>
              <a:defRPr b="0" i="0" sz="15700" u="none" cap="none" strike="noStrike">
                <a:solidFill>
                  <a:schemeClr val="dk1"/>
                </a:solidFill>
                <a:latin typeface="Calibri"/>
                <a:ea typeface="Calibri"/>
                <a:cs typeface="Calibri"/>
                <a:sym typeface="Calibri"/>
              </a:defRPr>
            </a:lvl1pPr>
            <a:lvl2pPr indent="-1079500" lvl="1" marL="914400" marR="0" rtl="0" algn="l">
              <a:spcBef>
                <a:spcPts val="2680"/>
              </a:spcBef>
              <a:spcAft>
                <a:spcPts val="0"/>
              </a:spcAft>
              <a:buClr>
                <a:schemeClr val="dk1"/>
              </a:buClr>
              <a:buSzPts val="13400"/>
              <a:buFont typeface="Arial"/>
              <a:buChar char="–"/>
              <a:defRPr b="0" i="0" sz="13400" u="none" cap="none" strike="noStrike">
                <a:solidFill>
                  <a:schemeClr val="dk1"/>
                </a:solidFill>
                <a:latin typeface="Calibri"/>
                <a:ea typeface="Calibri"/>
                <a:cs typeface="Calibri"/>
                <a:sym typeface="Calibri"/>
              </a:defRPr>
            </a:lvl2pPr>
            <a:lvl3pPr indent="-939800" lvl="2" marL="13716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3pPr>
            <a:lvl4pPr indent="-869950" lvl="3" marL="1828800" marR="0" rtl="0" algn="l">
              <a:spcBef>
                <a:spcPts val="2020"/>
              </a:spcBef>
              <a:spcAft>
                <a:spcPts val="0"/>
              </a:spcAft>
              <a:buClr>
                <a:schemeClr val="dk1"/>
              </a:buClr>
              <a:buSzPts val="10100"/>
              <a:buFont typeface="Arial"/>
              <a:buChar char="–"/>
              <a:defRPr b="0" i="0" sz="10100" u="none" cap="none" strike="noStrike">
                <a:solidFill>
                  <a:schemeClr val="dk1"/>
                </a:solidFill>
                <a:latin typeface="Calibri"/>
                <a:ea typeface="Calibri"/>
                <a:cs typeface="Calibri"/>
                <a:sym typeface="Calibri"/>
              </a:defRPr>
            </a:lvl4pPr>
            <a:lvl5pPr indent="-869950" lvl="4" marL="2286000" marR="0" rtl="0" algn="l">
              <a:spcBef>
                <a:spcPts val="2020"/>
              </a:spcBef>
              <a:spcAft>
                <a:spcPts val="0"/>
              </a:spcAft>
              <a:buClr>
                <a:schemeClr val="dk1"/>
              </a:buClr>
              <a:buSzPts val="10100"/>
              <a:buFont typeface="Arial"/>
              <a:buChar char="»"/>
              <a:defRPr b="0" i="0" sz="10100" u="none" cap="none" strike="noStrike">
                <a:solidFill>
                  <a:schemeClr val="dk1"/>
                </a:solidFill>
                <a:latin typeface="Calibri"/>
                <a:ea typeface="Calibri"/>
                <a:cs typeface="Calibri"/>
                <a:sym typeface="Calibri"/>
              </a:defRPr>
            </a:lvl5pPr>
            <a:lvl6pPr indent="-869950" lvl="5" marL="2743200" marR="0" rtl="0" algn="l">
              <a:spcBef>
                <a:spcPts val="2020"/>
              </a:spcBef>
              <a:spcAft>
                <a:spcPts val="0"/>
              </a:spcAft>
              <a:buClr>
                <a:schemeClr val="dk1"/>
              </a:buClr>
              <a:buSzPts val="10100"/>
              <a:buFont typeface="Arial"/>
              <a:buChar char="•"/>
              <a:defRPr b="0" i="0" sz="10100" u="none" cap="none" strike="noStrike">
                <a:solidFill>
                  <a:schemeClr val="dk1"/>
                </a:solidFill>
                <a:latin typeface="Calibri"/>
                <a:ea typeface="Calibri"/>
                <a:cs typeface="Calibri"/>
                <a:sym typeface="Calibri"/>
              </a:defRPr>
            </a:lvl6pPr>
            <a:lvl7pPr indent="-869950" lvl="6" marL="3200400" marR="0" rtl="0" algn="l">
              <a:spcBef>
                <a:spcPts val="2020"/>
              </a:spcBef>
              <a:spcAft>
                <a:spcPts val="0"/>
              </a:spcAft>
              <a:buClr>
                <a:schemeClr val="dk1"/>
              </a:buClr>
              <a:buSzPts val="10100"/>
              <a:buFont typeface="Arial"/>
              <a:buChar char="•"/>
              <a:defRPr b="0" i="0" sz="10100" u="none" cap="none" strike="noStrike">
                <a:solidFill>
                  <a:schemeClr val="dk1"/>
                </a:solidFill>
                <a:latin typeface="Calibri"/>
                <a:ea typeface="Calibri"/>
                <a:cs typeface="Calibri"/>
                <a:sym typeface="Calibri"/>
              </a:defRPr>
            </a:lvl7pPr>
            <a:lvl8pPr indent="-869950" lvl="7" marL="3657600" marR="0" rtl="0" algn="l">
              <a:spcBef>
                <a:spcPts val="2020"/>
              </a:spcBef>
              <a:spcAft>
                <a:spcPts val="0"/>
              </a:spcAft>
              <a:buClr>
                <a:schemeClr val="dk1"/>
              </a:buClr>
              <a:buSzPts val="10100"/>
              <a:buFont typeface="Arial"/>
              <a:buChar char="•"/>
              <a:defRPr b="0" i="0" sz="10100" u="none" cap="none" strike="noStrike">
                <a:solidFill>
                  <a:schemeClr val="dk1"/>
                </a:solidFill>
                <a:latin typeface="Calibri"/>
                <a:ea typeface="Calibri"/>
                <a:cs typeface="Calibri"/>
                <a:sym typeface="Calibri"/>
              </a:defRPr>
            </a:lvl8pPr>
            <a:lvl9pPr indent="-869950" lvl="8" marL="4114800" marR="0" rtl="0" algn="l">
              <a:spcBef>
                <a:spcPts val="2020"/>
              </a:spcBef>
              <a:spcAft>
                <a:spcPts val="0"/>
              </a:spcAft>
              <a:buClr>
                <a:schemeClr val="dk1"/>
              </a:buClr>
              <a:buSzPts val="10100"/>
              <a:buFont typeface="Arial"/>
              <a:buChar char="•"/>
              <a:defRPr b="0" i="0" sz="10100" u="none" cap="none" strike="noStrike">
                <a:solidFill>
                  <a:schemeClr val="dk1"/>
                </a:solidFill>
                <a:latin typeface="Calibri"/>
                <a:ea typeface="Calibri"/>
                <a:cs typeface="Calibri"/>
                <a:sym typeface="Calibri"/>
              </a:defRPr>
            </a:lvl9pPr>
          </a:lstStyle>
          <a:p/>
        </p:txBody>
      </p:sp>
      <p:sp>
        <p:nvSpPr>
          <p:cNvPr id="37" name="Google Shape;37;p6"/>
          <p:cNvSpPr txBox="1"/>
          <p:nvPr>
            <p:ph idx="10" type="dt"/>
          </p:nvPr>
        </p:nvSpPr>
        <p:spPr>
          <a:xfrm>
            <a:off x="1645920" y="47460750"/>
            <a:ext cx="7680960" cy="2726267"/>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38" name="Google Shape;38;p6"/>
          <p:cNvSpPr txBox="1"/>
          <p:nvPr>
            <p:ph idx="11" type="ftr"/>
          </p:nvPr>
        </p:nvSpPr>
        <p:spPr>
          <a:xfrm>
            <a:off x="11247120" y="47460750"/>
            <a:ext cx="10424160" cy="2726267"/>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39" name="Google Shape;39;p6"/>
          <p:cNvSpPr txBox="1"/>
          <p:nvPr>
            <p:ph idx="12" type="sldNum"/>
          </p:nvPr>
        </p:nvSpPr>
        <p:spPr>
          <a:xfrm>
            <a:off x="23591520" y="47460750"/>
            <a:ext cx="7680960" cy="2726267"/>
          </a:xfrm>
          <a:prstGeom prst="rect">
            <a:avLst/>
          </a:prstGeom>
          <a:noFill/>
          <a:ln>
            <a:noFill/>
          </a:ln>
        </p:spPr>
        <p:txBody>
          <a:bodyPr anchorCtr="0" anchor="ctr" bIns="256025" lIns="512050" spcFirstLastPara="1" rIns="512050" wrap="square" tIns="256025">
            <a:noAutofit/>
          </a:bodyPr>
          <a:lstStyle>
            <a:lvl1pPr indent="0" lvl="0" marL="0" marR="0" rtl="0" algn="r">
              <a:spcBef>
                <a:spcPts val="0"/>
              </a:spcBef>
              <a:buNone/>
              <a:defRPr sz="6700">
                <a:solidFill>
                  <a:srgbClr val="888888"/>
                </a:solidFill>
                <a:latin typeface="Calibri"/>
                <a:ea typeface="Calibri"/>
                <a:cs typeface="Calibri"/>
                <a:sym typeface="Calibri"/>
              </a:defRPr>
            </a:lvl1pPr>
            <a:lvl2pPr indent="0" lvl="1" marL="0" marR="0" rtl="0" algn="r">
              <a:spcBef>
                <a:spcPts val="0"/>
              </a:spcBef>
              <a:buNone/>
              <a:defRPr sz="6700">
                <a:solidFill>
                  <a:srgbClr val="888888"/>
                </a:solidFill>
                <a:latin typeface="Calibri"/>
                <a:ea typeface="Calibri"/>
                <a:cs typeface="Calibri"/>
                <a:sym typeface="Calibri"/>
              </a:defRPr>
            </a:lvl2pPr>
            <a:lvl3pPr indent="0" lvl="2" marL="0" marR="0" rtl="0" algn="r">
              <a:spcBef>
                <a:spcPts val="0"/>
              </a:spcBef>
              <a:buNone/>
              <a:defRPr sz="6700">
                <a:solidFill>
                  <a:srgbClr val="888888"/>
                </a:solidFill>
                <a:latin typeface="Calibri"/>
                <a:ea typeface="Calibri"/>
                <a:cs typeface="Calibri"/>
                <a:sym typeface="Calibri"/>
              </a:defRPr>
            </a:lvl3pPr>
            <a:lvl4pPr indent="0" lvl="3" marL="0" marR="0" rtl="0" algn="r">
              <a:spcBef>
                <a:spcPts val="0"/>
              </a:spcBef>
              <a:buNone/>
              <a:defRPr sz="6700">
                <a:solidFill>
                  <a:srgbClr val="888888"/>
                </a:solidFill>
                <a:latin typeface="Calibri"/>
                <a:ea typeface="Calibri"/>
                <a:cs typeface="Calibri"/>
                <a:sym typeface="Calibri"/>
              </a:defRPr>
            </a:lvl4pPr>
            <a:lvl5pPr indent="0" lvl="4" marL="0" marR="0" rtl="0" algn="r">
              <a:spcBef>
                <a:spcPts val="0"/>
              </a:spcBef>
              <a:buNone/>
              <a:defRPr sz="6700">
                <a:solidFill>
                  <a:srgbClr val="888888"/>
                </a:solidFill>
                <a:latin typeface="Calibri"/>
                <a:ea typeface="Calibri"/>
                <a:cs typeface="Calibri"/>
                <a:sym typeface="Calibri"/>
              </a:defRPr>
            </a:lvl5pPr>
            <a:lvl6pPr indent="0" lvl="5" marL="0" marR="0" rtl="0" algn="r">
              <a:spcBef>
                <a:spcPts val="0"/>
              </a:spcBef>
              <a:buNone/>
              <a:defRPr sz="6700">
                <a:solidFill>
                  <a:srgbClr val="888888"/>
                </a:solidFill>
                <a:latin typeface="Calibri"/>
                <a:ea typeface="Calibri"/>
                <a:cs typeface="Calibri"/>
                <a:sym typeface="Calibri"/>
              </a:defRPr>
            </a:lvl6pPr>
            <a:lvl7pPr indent="0" lvl="6" marL="0" marR="0" rtl="0" algn="r">
              <a:spcBef>
                <a:spcPts val="0"/>
              </a:spcBef>
              <a:buNone/>
              <a:defRPr sz="6700">
                <a:solidFill>
                  <a:srgbClr val="888888"/>
                </a:solidFill>
                <a:latin typeface="Calibri"/>
                <a:ea typeface="Calibri"/>
                <a:cs typeface="Calibri"/>
                <a:sym typeface="Calibri"/>
              </a:defRPr>
            </a:lvl7pPr>
            <a:lvl8pPr indent="0" lvl="7" marL="0" marR="0" rtl="0" algn="r">
              <a:spcBef>
                <a:spcPts val="0"/>
              </a:spcBef>
              <a:buNone/>
              <a:defRPr sz="6700">
                <a:solidFill>
                  <a:srgbClr val="888888"/>
                </a:solidFill>
                <a:latin typeface="Calibri"/>
                <a:ea typeface="Calibri"/>
                <a:cs typeface="Calibri"/>
                <a:sym typeface="Calibri"/>
              </a:defRPr>
            </a:lvl8pPr>
            <a:lvl9pPr indent="0" lvl="8" marL="0" marR="0" rtl="0" algn="r">
              <a:spcBef>
                <a:spcPts val="0"/>
              </a:spcBef>
              <a:buNone/>
              <a:defRPr sz="67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1645920" y="2050630"/>
            <a:ext cx="29626559" cy="85344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24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42" name="Google Shape;42;p7"/>
          <p:cNvSpPr txBox="1"/>
          <p:nvPr>
            <p:ph idx="1" type="body"/>
          </p:nvPr>
        </p:nvSpPr>
        <p:spPr>
          <a:xfrm>
            <a:off x="1645920" y="11462177"/>
            <a:ext cx="14544677" cy="477689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2680"/>
              </a:spcBef>
              <a:spcAft>
                <a:spcPts val="0"/>
              </a:spcAft>
              <a:buClr>
                <a:schemeClr val="dk1"/>
              </a:buClr>
              <a:buSzPts val="17900"/>
              <a:buFont typeface="Arial"/>
              <a:buNone/>
              <a:defRPr b="1" i="0" sz="13400" u="none" cap="none" strike="noStrike">
                <a:solidFill>
                  <a:schemeClr val="dk1"/>
                </a:solidFill>
                <a:latin typeface="Calibri"/>
                <a:ea typeface="Calibri"/>
                <a:cs typeface="Calibri"/>
                <a:sym typeface="Calibri"/>
              </a:defRPr>
            </a:lvl1pPr>
            <a:lvl2pPr indent="-228600" lvl="1" marL="914400" marR="0" rtl="0" algn="l">
              <a:spcBef>
                <a:spcPts val="2240"/>
              </a:spcBef>
              <a:spcAft>
                <a:spcPts val="0"/>
              </a:spcAft>
              <a:buClr>
                <a:schemeClr val="dk1"/>
              </a:buClr>
              <a:buSzPts val="15700"/>
              <a:buFont typeface="Arial"/>
              <a:buNone/>
              <a:defRPr b="1" i="0" sz="11200" u="none" cap="none" strike="noStrike">
                <a:solidFill>
                  <a:schemeClr val="dk1"/>
                </a:solidFill>
                <a:latin typeface="Calibri"/>
                <a:ea typeface="Calibri"/>
                <a:cs typeface="Calibri"/>
                <a:sym typeface="Calibri"/>
              </a:defRPr>
            </a:lvl2pPr>
            <a:lvl3pPr indent="-228600" lvl="2" marL="1371600" marR="0" rtl="0" algn="l">
              <a:spcBef>
                <a:spcPts val="2020"/>
              </a:spcBef>
              <a:spcAft>
                <a:spcPts val="0"/>
              </a:spcAft>
              <a:buClr>
                <a:schemeClr val="dk1"/>
              </a:buClr>
              <a:buSzPts val="13400"/>
              <a:buFont typeface="Arial"/>
              <a:buNone/>
              <a:defRPr b="1" i="0" sz="10100" u="none" cap="none" strike="noStrike">
                <a:solidFill>
                  <a:schemeClr val="dk1"/>
                </a:solidFill>
                <a:latin typeface="Calibri"/>
                <a:ea typeface="Calibri"/>
                <a:cs typeface="Calibri"/>
                <a:sym typeface="Calibri"/>
              </a:defRPr>
            </a:lvl3pPr>
            <a:lvl4pPr indent="-228600" lvl="3" marL="1828800" marR="0" rtl="0" algn="l">
              <a:spcBef>
                <a:spcPts val="1800"/>
              </a:spcBef>
              <a:spcAft>
                <a:spcPts val="0"/>
              </a:spcAft>
              <a:buClr>
                <a:schemeClr val="dk1"/>
              </a:buClr>
              <a:buSzPts val="11200"/>
              <a:buFont typeface="Arial"/>
              <a:buNone/>
              <a:defRPr b="1" i="0" sz="9000" u="none" cap="none" strike="noStrike">
                <a:solidFill>
                  <a:schemeClr val="dk1"/>
                </a:solidFill>
                <a:latin typeface="Calibri"/>
                <a:ea typeface="Calibri"/>
                <a:cs typeface="Calibri"/>
                <a:sym typeface="Calibri"/>
              </a:defRPr>
            </a:lvl4pPr>
            <a:lvl5pPr indent="-228600" lvl="4" marL="2286000" marR="0" rtl="0" algn="l">
              <a:spcBef>
                <a:spcPts val="1800"/>
              </a:spcBef>
              <a:spcAft>
                <a:spcPts val="0"/>
              </a:spcAft>
              <a:buClr>
                <a:schemeClr val="dk1"/>
              </a:buClr>
              <a:buSzPts val="11200"/>
              <a:buFont typeface="Arial"/>
              <a:buNone/>
              <a:defRPr b="1" i="0" sz="9000" u="none" cap="none" strike="noStrike">
                <a:solidFill>
                  <a:schemeClr val="dk1"/>
                </a:solidFill>
                <a:latin typeface="Calibri"/>
                <a:ea typeface="Calibri"/>
                <a:cs typeface="Calibri"/>
                <a:sym typeface="Calibri"/>
              </a:defRPr>
            </a:lvl5pPr>
            <a:lvl6pPr indent="-228600" lvl="5" marL="2743200" marR="0" rtl="0" algn="l">
              <a:spcBef>
                <a:spcPts val="1800"/>
              </a:spcBef>
              <a:spcAft>
                <a:spcPts val="0"/>
              </a:spcAft>
              <a:buClr>
                <a:schemeClr val="dk1"/>
              </a:buClr>
              <a:buSzPts val="11200"/>
              <a:buFont typeface="Arial"/>
              <a:buNone/>
              <a:defRPr b="1" i="0" sz="9000" u="none" cap="none" strike="noStrike">
                <a:solidFill>
                  <a:schemeClr val="dk1"/>
                </a:solidFill>
                <a:latin typeface="Calibri"/>
                <a:ea typeface="Calibri"/>
                <a:cs typeface="Calibri"/>
                <a:sym typeface="Calibri"/>
              </a:defRPr>
            </a:lvl6pPr>
            <a:lvl7pPr indent="-228600" lvl="6" marL="3200400" marR="0" rtl="0" algn="l">
              <a:spcBef>
                <a:spcPts val="1800"/>
              </a:spcBef>
              <a:spcAft>
                <a:spcPts val="0"/>
              </a:spcAft>
              <a:buClr>
                <a:schemeClr val="dk1"/>
              </a:buClr>
              <a:buSzPts val="11200"/>
              <a:buFont typeface="Arial"/>
              <a:buNone/>
              <a:defRPr b="1" i="0" sz="9000" u="none" cap="none" strike="noStrike">
                <a:solidFill>
                  <a:schemeClr val="dk1"/>
                </a:solidFill>
                <a:latin typeface="Calibri"/>
                <a:ea typeface="Calibri"/>
                <a:cs typeface="Calibri"/>
                <a:sym typeface="Calibri"/>
              </a:defRPr>
            </a:lvl7pPr>
            <a:lvl8pPr indent="-228600" lvl="7" marL="3657600" marR="0" rtl="0" algn="l">
              <a:spcBef>
                <a:spcPts val="1800"/>
              </a:spcBef>
              <a:spcAft>
                <a:spcPts val="0"/>
              </a:spcAft>
              <a:buClr>
                <a:schemeClr val="dk1"/>
              </a:buClr>
              <a:buSzPts val="11200"/>
              <a:buFont typeface="Arial"/>
              <a:buNone/>
              <a:defRPr b="1" i="0" sz="9000" u="none" cap="none" strike="noStrike">
                <a:solidFill>
                  <a:schemeClr val="dk1"/>
                </a:solidFill>
                <a:latin typeface="Calibri"/>
                <a:ea typeface="Calibri"/>
                <a:cs typeface="Calibri"/>
                <a:sym typeface="Calibri"/>
              </a:defRPr>
            </a:lvl8pPr>
            <a:lvl9pPr indent="-228600" lvl="8" marL="4114800" marR="0" rtl="0" algn="l">
              <a:spcBef>
                <a:spcPts val="1800"/>
              </a:spcBef>
              <a:spcAft>
                <a:spcPts val="0"/>
              </a:spcAft>
              <a:buClr>
                <a:schemeClr val="dk1"/>
              </a:buClr>
              <a:buSzPts val="11200"/>
              <a:buFont typeface="Arial"/>
              <a:buNone/>
              <a:defRPr b="1" i="0" sz="9000" u="none" cap="none" strike="noStrike">
                <a:solidFill>
                  <a:schemeClr val="dk1"/>
                </a:solidFill>
                <a:latin typeface="Calibri"/>
                <a:ea typeface="Calibri"/>
                <a:cs typeface="Calibri"/>
                <a:sym typeface="Calibri"/>
              </a:defRPr>
            </a:lvl9pPr>
          </a:lstStyle>
          <a:p/>
        </p:txBody>
      </p:sp>
      <p:sp>
        <p:nvSpPr>
          <p:cNvPr id="43" name="Google Shape;43;p7"/>
          <p:cNvSpPr txBox="1"/>
          <p:nvPr>
            <p:ph idx="2" type="body"/>
          </p:nvPr>
        </p:nvSpPr>
        <p:spPr>
          <a:xfrm>
            <a:off x="1645920" y="16239067"/>
            <a:ext cx="14544677" cy="29502949"/>
          </a:xfrm>
          <a:prstGeom prst="rect">
            <a:avLst/>
          </a:prstGeom>
          <a:noFill/>
          <a:ln>
            <a:noFill/>
          </a:ln>
        </p:spPr>
        <p:txBody>
          <a:bodyPr anchorCtr="0" anchor="t" bIns="91425" lIns="91425" spcFirstLastPara="1" rIns="91425" wrap="square" tIns="91425">
            <a:noAutofit/>
          </a:bodyPr>
          <a:lstStyle>
            <a:lvl1pPr indent="-1079500" lvl="0" marL="457200" marR="0" rtl="0" algn="l">
              <a:spcBef>
                <a:spcPts val="2680"/>
              </a:spcBef>
              <a:spcAft>
                <a:spcPts val="0"/>
              </a:spcAft>
              <a:buClr>
                <a:schemeClr val="dk1"/>
              </a:buClr>
              <a:buSzPts val="13400"/>
              <a:buFont typeface="Arial"/>
              <a:buChar char="•"/>
              <a:defRPr b="0" i="0" sz="13400" u="none" cap="none" strike="noStrike">
                <a:solidFill>
                  <a:schemeClr val="dk1"/>
                </a:solidFill>
                <a:latin typeface="Calibri"/>
                <a:ea typeface="Calibri"/>
                <a:cs typeface="Calibri"/>
                <a:sym typeface="Calibri"/>
              </a:defRPr>
            </a:lvl1pPr>
            <a:lvl2pPr indent="-939800" lvl="1" marL="9144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2pPr>
            <a:lvl3pPr indent="-869950" lvl="2" marL="1371600" marR="0" rtl="0" algn="l">
              <a:spcBef>
                <a:spcPts val="2020"/>
              </a:spcBef>
              <a:spcAft>
                <a:spcPts val="0"/>
              </a:spcAft>
              <a:buClr>
                <a:schemeClr val="dk1"/>
              </a:buClr>
              <a:buSzPts val="10100"/>
              <a:buFont typeface="Arial"/>
              <a:buChar char="•"/>
              <a:defRPr b="0" i="0" sz="10100" u="none" cap="none" strike="noStrike">
                <a:solidFill>
                  <a:schemeClr val="dk1"/>
                </a:solidFill>
                <a:latin typeface="Calibri"/>
                <a:ea typeface="Calibri"/>
                <a:cs typeface="Calibri"/>
                <a:sym typeface="Calibri"/>
              </a:defRPr>
            </a:lvl3pPr>
            <a:lvl4pPr indent="-800100" lvl="3" marL="1828800" marR="0" rtl="0" algn="l">
              <a:spcBef>
                <a:spcPts val="1800"/>
              </a:spcBef>
              <a:spcAft>
                <a:spcPts val="0"/>
              </a:spcAft>
              <a:buClr>
                <a:schemeClr val="dk1"/>
              </a:buClr>
              <a:buSzPts val="9000"/>
              <a:buFont typeface="Arial"/>
              <a:buChar char="–"/>
              <a:defRPr b="0" i="0" sz="9000" u="none" cap="none" strike="noStrike">
                <a:solidFill>
                  <a:schemeClr val="dk1"/>
                </a:solidFill>
                <a:latin typeface="Calibri"/>
                <a:ea typeface="Calibri"/>
                <a:cs typeface="Calibri"/>
                <a:sym typeface="Calibri"/>
              </a:defRPr>
            </a:lvl4pPr>
            <a:lvl5pPr indent="-800100" lvl="4" marL="2286000" marR="0" rtl="0" algn="l">
              <a:spcBef>
                <a:spcPts val="1800"/>
              </a:spcBef>
              <a:spcAft>
                <a:spcPts val="0"/>
              </a:spcAft>
              <a:buClr>
                <a:schemeClr val="dk1"/>
              </a:buClr>
              <a:buSzPts val="9000"/>
              <a:buFont typeface="Arial"/>
              <a:buChar char="»"/>
              <a:defRPr b="0" i="0" sz="9000" u="none" cap="none" strike="noStrike">
                <a:solidFill>
                  <a:schemeClr val="dk1"/>
                </a:solidFill>
                <a:latin typeface="Calibri"/>
                <a:ea typeface="Calibri"/>
                <a:cs typeface="Calibri"/>
                <a:sym typeface="Calibri"/>
              </a:defRPr>
            </a:lvl5pPr>
            <a:lvl6pPr indent="-800100" lvl="5" marL="2743200" marR="0" rtl="0" algn="l">
              <a:spcBef>
                <a:spcPts val="1800"/>
              </a:spcBef>
              <a:spcAft>
                <a:spcPts val="0"/>
              </a:spcAft>
              <a:buClr>
                <a:schemeClr val="dk1"/>
              </a:buClr>
              <a:buSzPts val="9000"/>
              <a:buFont typeface="Arial"/>
              <a:buChar char="•"/>
              <a:defRPr b="0" i="0" sz="9000" u="none" cap="none" strike="noStrike">
                <a:solidFill>
                  <a:schemeClr val="dk1"/>
                </a:solidFill>
                <a:latin typeface="Calibri"/>
                <a:ea typeface="Calibri"/>
                <a:cs typeface="Calibri"/>
                <a:sym typeface="Calibri"/>
              </a:defRPr>
            </a:lvl6pPr>
            <a:lvl7pPr indent="-800100" lvl="6" marL="3200400" marR="0" rtl="0" algn="l">
              <a:spcBef>
                <a:spcPts val="1800"/>
              </a:spcBef>
              <a:spcAft>
                <a:spcPts val="0"/>
              </a:spcAft>
              <a:buClr>
                <a:schemeClr val="dk1"/>
              </a:buClr>
              <a:buSzPts val="9000"/>
              <a:buFont typeface="Arial"/>
              <a:buChar char="•"/>
              <a:defRPr b="0" i="0" sz="9000" u="none" cap="none" strike="noStrike">
                <a:solidFill>
                  <a:schemeClr val="dk1"/>
                </a:solidFill>
                <a:latin typeface="Calibri"/>
                <a:ea typeface="Calibri"/>
                <a:cs typeface="Calibri"/>
                <a:sym typeface="Calibri"/>
              </a:defRPr>
            </a:lvl7pPr>
            <a:lvl8pPr indent="-800100" lvl="7" marL="3657600" marR="0" rtl="0" algn="l">
              <a:spcBef>
                <a:spcPts val="1800"/>
              </a:spcBef>
              <a:spcAft>
                <a:spcPts val="0"/>
              </a:spcAft>
              <a:buClr>
                <a:schemeClr val="dk1"/>
              </a:buClr>
              <a:buSzPts val="9000"/>
              <a:buFont typeface="Arial"/>
              <a:buChar char="•"/>
              <a:defRPr b="0" i="0" sz="9000" u="none" cap="none" strike="noStrike">
                <a:solidFill>
                  <a:schemeClr val="dk1"/>
                </a:solidFill>
                <a:latin typeface="Calibri"/>
                <a:ea typeface="Calibri"/>
                <a:cs typeface="Calibri"/>
                <a:sym typeface="Calibri"/>
              </a:defRPr>
            </a:lvl8pPr>
            <a:lvl9pPr indent="-800100" lvl="8" marL="4114800" marR="0" rtl="0" algn="l">
              <a:spcBef>
                <a:spcPts val="1800"/>
              </a:spcBef>
              <a:spcAft>
                <a:spcPts val="0"/>
              </a:spcAft>
              <a:buClr>
                <a:schemeClr val="dk1"/>
              </a:buClr>
              <a:buSzPts val="9000"/>
              <a:buFont typeface="Arial"/>
              <a:buChar char="•"/>
              <a:defRPr b="0" i="0" sz="9000" u="none" cap="none" strike="noStrike">
                <a:solidFill>
                  <a:schemeClr val="dk1"/>
                </a:solidFill>
                <a:latin typeface="Calibri"/>
                <a:ea typeface="Calibri"/>
                <a:cs typeface="Calibri"/>
                <a:sym typeface="Calibri"/>
              </a:defRPr>
            </a:lvl9pPr>
          </a:lstStyle>
          <a:p/>
        </p:txBody>
      </p:sp>
      <p:sp>
        <p:nvSpPr>
          <p:cNvPr id="44" name="Google Shape;44;p7"/>
          <p:cNvSpPr txBox="1"/>
          <p:nvPr>
            <p:ph idx="3" type="body"/>
          </p:nvPr>
        </p:nvSpPr>
        <p:spPr>
          <a:xfrm>
            <a:off x="16722092" y="11462177"/>
            <a:ext cx="14550390" cy="477689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2680"/>
              </a:spcBef>
              <a:spcAft>
                <a:spcPts val="0"/>
              </a:spcAft>
              <a:buClr>
                <a:schemeClr val="dk1"/>
              </a:buClr>
              <a:buSzPts val="17900"/>
              <a:buFont typeface="Arial"/>
              <a:buNone/>
              <a:defRPr b="1" i="0" sz="13400" u="none" cap="none" strike="noStrike">
                <a:solidFill>
                  <a:schemeClr val="dk1"/>
                </a:solidFill>
                <a:latin typeface="Calibri"/>
                <a:ea typeface="Calibri"/>
                <a:cs typeface="Calibri"/>
                <a:sym typeface="Calibri"/>
              </a:defRPr>
            </a:lvl1pPr>
            <a:lvl2pPr indent="-228600" lvl="1" marL="914400" marR="0" rtl="0" algn="l">
              <a:spcBef>
                <a:spcPts val="2240"/>
              </a:spcBef>
              <a:spcAft>
                <a:spcPts val="0"/>
              </a:spcAft>
              <a:buClr>
                <a:schemeClr val="dk1"/>
              </a:buClr>
              <a:buSzPts val="15700"/>
              <a:buFont typeface="Arial"/>
              <a:buNone/>
              <a:defRPr b="1" i="0" sz="11200" u="none" cap="none" strike="noStrike">
                <a:solidFill>
                  <a:schemeClr val="dk1"/>
                </a:solidFill>
                <a:latin typeface="Calibri"/>
                <a:ea typeface="Calibri"/>
                <a:cs typeface="Calibri"/>
                <a:sym typeface="Calibri"/>
              </a:defRPr>
            </a:lvl2pPr>
            <a:lvl3pPr indent="-228600" lvl="2" marL="1371600" marR="0" rtl="0" algn="l">
              <a:spcBef>
                <a:spcPts val="2020"/>
              </a:spcBef>
              <a:spcAft>
                <a:spcPts val="0"/>
              </a:spcAft>
              <a:buClr>
                <a:schemeClr val="dk1"/>
              </a:buClr>
              <a:buSzPts val="13400"/>
              <a:buFont typeface="Arial"/>
              <a:buNone/>
              <a:defRPr b="1" i="0" sz="10100" u="none" cap="none" strike="noStrike">
                <a:solidFill>
                  <a:schemeClr val="dk1"/>
                </a:solidFill>
                <a:latin typeface="Calibri"/>
                <a:ea typeface="Calibri"/>
                <a:cs typeface="Calibri"/>
                <a:sym typeface="Calibri"/>
              </a:defRPr>
            </a:lvl3pPr>
            <a:lvl4pPr indent="-228600" lvl="3" marL="1828800" marR="0" rtl="0" algn="l">
              <a:spcBef>
                <a:spcPts val="1800"/>
              </a:spcBef>
              <a:spcAft>
                <a:spcPts val="0"/>
              </a:spcAft>
              <a:buClr>
                <a:schemeClr val="dk1"/>
              </a:buClr>
              <a:buSzPts val="11200"/>
              <a:buFont typeface="Arial"/>
              <a:buNone/>
              <a:defRPr b="1" i="0" sz="9000" u="none" cap="none" strike="noStrike">
                <a:solidFill>
                  <a:schemeClr val="dk1"/>
                </a:solidFill>
                <a:latin typeface="Calibri"/>
                <a:ea typeface="Calibri"/>
                <a:cs typeface="Calibri"/>
                <a:sym typeface="Calibri"/>
              </a:defRPr>
            </a:lvl4pPr>
            <a:lvl5pPr indent="-228600" lvl="4" marL="2286000" marR="0" rtl="0" algn="l">
              <a:spcBef>
                <a:spcPts val="1800"/>
              </a:spcBef>
              <a:spcAft>
                <a:spcPts val="0"/>
              </a:spcAft>
              <a:buClr>
                <a:schemeClr val="dk1"/>
              </a:buClr>
              <a:buSzPts val="11200"/>
              <a:buFont typeface="Arial"/>
              <a:buNone/>
              <a:defRPr b="1" i="0" sz="9000" u="none" cap="none" strike="noStrike">
                <a:solidFill>
                  <a:schemeClr val="dk1"/>
                </a:solidFill>
                <a:latin typeface="Calibri"/>
                <a:ea typeface="Calibri"/>
                <a:cs typeface="Calibri"/>
                <a:sym typeface="Calibri"/>
              </a:defRPr>
            </a:lvl5pPr>
            <a:lvl6pPr indent="-228600" lvl="5" marL="2743200" marR="0" rtl="0" algn="l">
              <a:spcBef>
                <a:spcPts val="1800"/>
              </a:spcBef>
              <a:spcAft>
                <a:spcPts val="0"/>
              </a:spcAft>
              <a:buClr>
                <a:schemeClr val="dk1"/>
              </a:buClr>
              <a:buSzPts val="11200"/>
              <a:buFont typeface="Arial"/>
              <a:buNone/>
              <a:defRPr b="1" i="0" sz="9000" u="none" cap="none" strike="noStrike">
                <a:solidFill>
                  <a:schemeClr val="dk1"/>
                </a:solidFill>
                <a:latin typeface="Calibri"/>
                <a:ea typeface="Calibri"/>
                <a:cs typeface="Calibri"/>
                <a:sym typeface="Calibri"/>
              </a:defRPr>
            </a:lvl6pPr>
            <a:lvl7pPr indent="-228600" lvl="6" marL="3200400" marR="0" rtl="0" algn="l">
              <a:spcBef>
                <a:spcPts val="1800"/>
              </a:spcBef>
              <a:spcAft>
                <a:spcPts val="0"/>
              </a:spcAft>
              <a:buClr>
                <a:schemeClr val="dk1"/>
              </a:buClr>
              <a:buSzPts val="11200"/>
              <a:buFont typeface="Arial"/>
              <a:buNone/>
              <a:defRPr b="1" i="0" sz="9000" u="none" cap="none" strike="noStrike">
                <a:solidFill>
                  <a:schemeClr val="dk1"/>
                </a:solidFill>
                <a:latin typeface="Calibri"/>
                <a:ea typeface="Calibri"/>
                <a:cs typeface="Calibri"/>
                <a:sym typeface="Calibri"/>
              </a:defRPr>
            </a:lvl7pPr>
            <a:lvl8pPr indent="-228600" lvl="7" marL="3657600" marR="0" rtl="0" algn="l">
              <a:spcBef>
                <a:spcPts val="1800"/>
              </a:spcBef>
              <a:spcAft>
                <a:spcPts val="0"/>
              </a:spcAft>
              <a:buClr>
                <a:schemeClr val="dk1"/>
              </a:buClr>
              <a:buSzPts val="11200"/>
              <a:buFont typeface="Arial"/>
              <a:buNone/>
              <a:defRPr b="1" i="0" sz="9000" u="none" cap="none" strike="noStrike">
                <a:solidFill>
                  <a:schemeClr val="dk1"/>
                </a:solidFill>
                <a:latin typeface="Calibri"/>
                <a:ea typeface="Calibri"/>
                <a:cs typeface="Calibri"/>
                <a:sym typeface="Calibri"/>
              </a:defRPr>
            </a:lvl8pPr>
            <a:lvl9pPr indent="-228600" lvl="8" marL="4114800" marR="0" rtl="0" algn="l">
              <a:spcBef>
                <a:spcPts val="1800"/>
              </a:spcBef>
              <a:spcAft>
                <a:spcPts val="0"/>
              </a:spcAft>
              <a:buClr>
                <a:schemeClr val="dk1"/>
              </a:buClr>
              <a:buSzPts val="11200"/>
              <a:buFont typeface="Arial"/>
              <a:buNone/>
              <a:defRPr b="1" i="0" sz="9000" u="none" cap="none" strike="noStrike">
                <a:solidFill>
                  <a:schemeClr val="dk1"/>
                </a:solidFill>
                <a:latin typeface="Calibri"/>
                <a:ea typeface="Calibri"/>
                <a:cs typeface="Calibri"/>
                <a:sym typeface="Calibri"/>
              </a:defRPr>
            </a:lvl9pPr>
          </a:lstStyle>
          <a:p/>
        </p:txBody>
      </p:sp>
      <p:sp>
        <p:nvSpPr>
          <p:cNvPr id="45" name="Google Shape;45;p7"/>
          <p:cNvSpPr txBox="1"/>
          <p:nvPr>
            <p:ph idx="4" type="body"/>
          </p:nvPr>
        </p:nvSpPr>
        <p:spPr>
          <a:xfrm>
            <a:off x="16722092" y="16239067"/>
            <a:ext cx="14550390" cy="29502949"/>
          </a:xfrm>
          <a:prstGeom prst="rect">
            <a:avLst/>
          </a:prstGeom>
          <a:noFill/>
          <a:ln>
            <a:noFill/>
          </a:ln>
        </p:spPr>
        <p:txBody>
          <a:bodyPr anchorCtr="0" anchor="t" bIns="91425" lIns="91425" spcFirstLastPara="1" rIns="91425" wrap="square" tIns="91425">
            <a:noAutofit/>
          </a:bodyPr>
          <a:lstStyle>
            <a:lvl1pPr indent="-1079500" lvl="0" marL="457200" marR="0" rtl="0" algn="l">
              <a:spcBef>
                <a:spcPts val="2680"/>
              </a:spcBef>
              <a:spcAft>
                <a:spcPts val="0"/>
              </a:spcAft>
              <a:buClr>
                <a:schemeClr val="dk1"/>
              </a:buClr>
              <a:buSzPts val="13400"/>
              <a:buFont typeface="Arial"/>
              <a:buChar char="•"/>
              <a:defRPr b="0" i="0" sz="13400" u="none" cap="none" strike="noStrike">
                <a:solidFill>
                  <a:schemeClr val="dk1"/>
                </a:solidFill>
                <a:latin typeface="Calibri"/>
                <a:ea typeface="Calibri"/>
                <a:cs typeface="Calibri"/>
                <a:sym typeface="Calibri"/>
              </a:defRPr>
            </a:lvl1pPr>
            <a:lvl2pPr indent="-939800" lvl="1" marL="9144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2pPr>
            <a:lvl3pPr indent="-869950" lvl="2" marL="1371600" marR="0" rtl="0" algn="l">
              <a:spcBef>
                <a:spcPts val="2020"/>
              </a:spcBef>
              <a:spcAft>
                <a:spcPts val="0"/>
              </a:spcAft>
              <a:buClr>
                <a:schemeClr val="dk1"/>
              </a:buClr>
              <a:buSzPts val="10100"/>
              <a:buFont typeface="Arial"/>
              <a:buChar char="•"/>
              <a:defRPr b="0" i="0" sz="10100" u="none" cap="none" strike="noStrike">
                <a:solidFill>
                  <a:schemeClr val="dk1"/>
                </a:solidFill>
                <a:latin typeface="Calibri"/>
                <a:ea typeface="Calibri"/>
                <a:cs typeface="Calibri"/>
                <a:sym typeface="Calibri"/>
              </a:defRPr>
            </a:lvl3pPr>
            <a:lvl4pPr indent="-800100" lvl="3" marL="1828800" marR="0" rtl="0" algn="l">
              <a:spcBef>
                <a:spcPts val="1800"/>
              </a:spcBef>
              <a:spcAft>
                <a:spcPts val="0"/>
              </a:spcAft>
              <a:buClr>
                <a:schemeClr val="dk1"/>
              </a:buClr>
              <a:buSzPts val="9000"/>
              <a:buFont typeface="Arial"/>
              <a:buChar char="–"/>
              <a:defRPr b="0" i="0" sz="9000" u="none" cap="none" strike="noStrike">
                <a:solidFill>
                  <a:schemeClr val="dk1"/>
                </a:solidFill>
                <a:latin typeface="Calibri"/>
                <a:ea typeface="Calibri"/>
                <a:cs typeface="Calibri"/>
                <a:sym typeface="Calibri"/>
              </a:defRPr>
            </a:lvl4pPr>
            <a:lvl5pPr indent="-800100" lvl="4" marL="2286000" marR="0" rtl="0" algn="l">
              <a:spcBef>
                <a:spcPts val="1800"/>
              </a:spcBef>
              <a:spcAft>
                <a:spcPts val="0"/>
              </a:spcAft>
              <a:buClr>
                <a:schemeClr val="dk1"/>
              </a:buClr>
              <a:buSzPts val="9000"/>
              <a:buFont typeface="Arial"/>
              <a:buChar char="»"/>
              <a:defRPr b="0" i="0" sz="9000" u="none" cap="none" strike="noStrike">
                <a:solidFill>
                  <a:schemeClr val="dk1"/>
                </a:solidFill>
                <a:latin typeface="Calibri"/>
                <a:ea typeface="Calibri"/>
                <a:cs typeface="Calibri"/>
                <a:sym typeface="Calibri"/>
              </a:defRPr>
            </a:lvl5pPr>
            <a:lvl6pPr indent="-800100" lvl="5" marL="2743200" marR="0" rtl="0" algn="l">
              <a:spcBef>
                <a:spcPts val="1800"/>
              </a:spcBef>
              <a:spcAft>
                <a:spcPts val="0"/>
              </a:spcAft>
              <a:buClr>
                <a:schemeClr val="dk1"/>
              </a:buClr>
              <a:buSzPts val="9000"/>
              <a:buFont typeface="Arial"/>
              <a:buChar char="•"/>
              <a:defRPr b="0" i="0" sz="9000" u="none" cap="none" strike="noStrike">
                <a:solidFill>
                  <a:schemeClr val="dk1"/>
                </a:solidFill>
                <a:latin typeface="Calibri"/>
                <a:ea typeface="Calibri"/>
                <a:cs typeface="Calibri"/>
                <a:sym typeface="Calibri"/>
              </a:defRPr>
            </a:lvl6pPr>
            <a:lvl7pPr indent="-800100" lvl="6" marL="3200400" marR="0" rtl="0" algn="l">
              <a:spcBef>
                <a:spcPts val="1800"/>
              </a:spcBef>
              <a:spcAft>
                <a:spcPts val="0"/>
              </a:spcAft>
              <a:buClr>
                <a:schemeClr val="dk1"/>
              </a:buClr>
              <a:buSzPts val="9000"/>
              <a:buFont typeface="Arial"/>
              <a:buChar char="•"/>
              <a:defRPr b="0" i="0" sz="9000" u="none" cap="none" strike="noStrike">
                <a:solidFill>
                  <a:schemeClr val="dk1"/>
                </a:solidFill>
                <a:latin typeface="Calibri"/>
                <a:ea typeface="Calibri"/>
                <a:cs typeface="Calibri"/>
                <a:sym typeface="Calibri"/>
              </a:defRPr>
            </a:lvl7pPr>
            <a:lvl8pPr indent="-800100" lvl="7" marL="3657600" marR="0" rtl="0" algn="l">
              <a:spcBef>
                <a:spcPts val="1800"/>
              </a:spcBef>
              <a:spcAft>
                <a:spcPts val="0"/>
              </a:spcAft>
              <a:buClr>
                <a:schemeClr val="dk1"/>
              </a:buClr>
              <a:buSzPts val="9000"/>
              <a:buFont typeface="Arial"/>
              <a:buChar char="•"/>
              <a:defRPr b="0" i="0" sz="9000" u="none" cap="none" strike="noStrike">
                <a:solidFill>
                  <a:schemeClr val="dk1"/>
                </a:solidFill>
                <a:latin typeface="Calibri"/>
                <a:ea typeface="Calibri"/>
                <a:cs typeface="Calibri"/>
                <a:sym typeface="Calibri"/>
              </a:defRPr>
            </a:lvl8pPr>
            <a:lvl9pPr indent="-800100" lvl="8" marL="4114800" marR="0" rtl="0" algn="l">
              <a:spcBef>
                <a:spcPts val="1800"/>
              </a:spcBef>
              <a:spcAft>
                <a:spcPts val="0"/>
              </a:spcAft>
              <a:buClr>
                <a:schemeClr val="dk1"/>
              </a:buClr>
              <a:buSzPts val="9000"/>
              <a:buFont typeface="Arial"/>
              <a:buChar char="•"/>
              <a:defRPr b="0" i="0" sz="9000" u="none" cap="none" strike="noStrike">
                <a:solidFill>
                  <a:schemeClr val="dk1"/>
                </a:solidFill>
                <a:latin typeface="Calibri"/>
                <a:ea typeface="Calibri"/>
                <a:cs typeface="Calibri"/>
                <a:sym typeface="Calibri"/>
              </a:defRPr>
            </a:lvl9pPr>
          </a:lstStyle>
          <a:p/>
        </p:txBody>
      </p:sp>
      <p:sp>
        <p:nvSpPr>
          <p:cNvPr id="46" name="Google Shape;46;p7"/>
          <p:cNvSpPr txBox="1"/>
          <p:nvPr>
            <p:ph idx="10" type="dt"/>
          </p:nvPr>
        </p:nvSpPr>
        <p:spPr>
          <a:xfrm>
            <a:off x="1645920" y="47460750"/>
            <a:ext cx="7680960" cy="2726267"/>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47" name="Google Shape;47;p7"/>
          <p:cNvSpPr txBox="1"/>
          <p:nvPr>
            <p:ph idx="11" type="ftr"/>
          </p:nvPr>
        </p:nvSpPr>
        <p:spPr>
          <a:xfrm>
            <a:off x="11247120" y="47460750"/>
            <a:ext cx="10424160" cy="2726267"/>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48" name="Google Shape;48;p7"/>
          <p:cNvSpPr txBox="1"/>
          <p:nvPr>
            <p:ph idx="12" type="sldNum"/>
          </p:nvPr>
        </p:nvSpPr>
        <p:spPr>
          <a:xfrm>
            <a:off x="23591520" y="47460750"/>
            <a:ext cx="7680960" cy="2726267"/>
          </a:xfrm>
          <a:prstGeom prst="rect">
            <a:avLst/>
          </a:prstGeom>
          <a:noFill/>
          <a:ln>
            <a:noFill/>
          </a:ln>
        </p:spPr>
        <p:txBody>
          <a:bodyPr anchorCtr="0" anchor="ctr" bIns="256025" lIns="512050" spcFirstLastPara="1" rIns="512050" wrap="square" tIns="256025">
            <a:noAutofit/>
          </a:bodyPr>
          <a:lstStyle>
            <a:lvl1pPr indent="0" lvl="0" marL="0" marR="0" rtl="0" algn="r">
              <a:spcBef>
                <a:spcPts val="0"/>
              </a:spcBef>
              <a:buNone/>
              <a:defRPr sz="6700">
                <a:solidFill>
                  <a:srgbClr val="888888"/>
                </a:solidFill>
                <a:latin typeface="Calibri"/>
                <a:ea typeface="Calibri"/>
                <a:cs typeface="Calibri"/>
                <a:sym typeface="Calibri"/>
              </a:defRPr>
            </a:lvl1pPr>
            <a:lvl2pPr indent="0" lvl="1" marL="0" marR="0" rtl="0" algn="r">
              <a:spcBef>
                <a:spcPts val="0"/>
              </a:spcBef>
              <a:buNone/>
              <a:defRPr sz="6700">
                <a:solidFill>
                  <a:srgbClr val="888888"/>
                </a:solidFill>
                <a:latin typeface="Calibri"/>
                <a:ea typeface="Calibri"/>
                <a:cs typeface="Calibri"/>
                <a:sym typeface="Calibri"/>
              </a:defRPr>
            </a:lvl2pPr>
            <a:lvl3pPr indent="0" lvl="2" marL="0" marR="0" rtl="0" algn="r">
              <a:spcBef>
                <a:spcPts val="0"/>
              </a:spcBef>
              <a:buNone/>
              <a:defRPr sz="6700">
                <a:solidFill>
                  <a:srgbClr val="888888"/>
                </a:solidFill>
                <a:latin typeface="Calibri"/>
                <a:ea typeface="Calibri"/>
                <a:cs typeface="Calibri"/>
                <a:sym typeface="Calibri"/>
              </a:defRPr>
            </a:lvl3pPr>
            <a:lvl4pPr indent="0" lvl="3" marL="0" marR="0" rtl="0" algn="r">
              <a:spcBef>
                <a:spcPts val="0"/>
              </a:spcBef>
              <a:buNone/>
              <a:defRPr sz="6700">
                <a:solidFill>
                  <a:srgbClr val="888888"/>
                </a:solidFill>
                <a:latin typeface="Calibri"/>
                <a:ea typeface="Calibri"/>
                <a:cs typeface="Calibri"/>
                <a:sym typeface="Calibri"/>
              </a:defRPr>
            </a:lvl4pPr>
            <a:lvl5pPr indent="0" lvl="4" marL="0" marR="0" rtl="0" algn="r">
              <a:spcBef>
                <a:spcPts val="0"/>
              </a:spcBef>
              <a:buNone/>
              <a:defRPr sz="6700">
                <a:solidFill>
                  <a:srgbClr val="888888"/>
                </a:solidFill>
                <a:latin typeface="Calibri"/>
                <a:ea typeface="Calibri"/>
                <a:cs typeface="Calibri"/>
                <a:sym typeface="Calibri"/>
              </a:defRPr>
            </a:lvl5pPr>
            <a:lvl6pPr indent="0" lvl="5" marL="0" marR="0" rtl="0" algn="r">
              <a:spcBef>
                <a:spcPts val="0"/>
              </a:spcBef>
              <a:buNone/>
              <a:defRPr sz="6700">
                <a:solidFill>
                  <a:srgbClr val="888888"/>
                </a:solidFill>
                <a:latin typeface="Calibri"/>
                <a:ea typeface="Calibri"/>
                <a:cs typeface="Calibri"/>
                <a:sym typeface="Calibri"/>
              </a:defRPr>
            </a:lvl6pPr>
            <a:lvl7pPr indent="0" lvl="6" marL="0" marR="0" rtl="0" algn="r">
              <a:spcBef>
                <a:spcPts val="0"/>
              </a:spcBef>
              <a:buNone/>
              <a:defRPr sz="6700">
                <a:solidFill>
                  <a:srgbClr val="888888"/>
                </a:solidFill>
                <a:latin typeface="Calibri"/>
                <a:ea typeface="Calibri"/>
                <a:cs typeface="Calibri"/>
                <a:sym typeface="Calibri"/>
              </a:defRPr>
            </a:lvl7pPr>
            <a:lvl8pPr indent="0" lvl="7" marL="0" marR="0" rtl="0" algn="r">
              <a:spcBef>
                <a:spcPts val="0"/>
              </a:spcBef>
              <a:buNone/>
              <a:defRPr sz="6700">
                <a:solidFill>
                  <a:srgbClr val="888888"/>
                </a:solidFill>
                <a:latin typeface="Calibri"/>
                <a:ea typeface="Calibri"/>
                <a:cs typeface="Calibri"/>
                <a:sym typeface="Calibri"/>
              </a:defRPr>
            </a:lvl8pPr>
            <a:lvl9pPr indent="0" lvl="8" marL="0" marR="0" rtl="0" algn="r">
              <a:spcBef>
                <a:spcPts val="0"/>
              </a:spcBef>
              <a:buNone/>
              <a:defRPr sz="67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1645920" y="2050630"/>
            <a:ext cx="29626559" cy="85344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24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1" name="Google Shape;51;p8"/>
          <p:cNvSpPr txBox="1"/>
          <p:nvPr>
            <p:ph idx="10" type="dt"/>
          </p:nvPr>
        </p:nvSpPr>
        <p:spPr>
          <a:xfrm>
            <a:off x="1645920" y="47460750"/>
            <a:ext cx="7680960" cy="2726267"/>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52" name="Google Shape;52;p8"/>
          <p:cNvSpPr txBox="1"/>
          <p:nvPr>
            <p:ph idx="11" type="ftr"/>
          </p:nvPr>
        </p:nvSpPr>
        <p:spPr>
          <a:xfrm>
            <a:off x="11247120" y="47460750"/>
            <a:ext cx="10424160" cy="2726267"/>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53" name="Google Shape;53;p8"/>
          <p:cNvSpPr txBox="1"/>
          <p:nvPr>
            <p:ph idx="12" type="sldNum"/>
          </p:nvPr>
        </p:nvSpPr>
        <p:spPr>
          <a:xfrm>
            <a:off x="23591520" y="47460750"/>
            <a:ext cx="7680960" cy="2726267"/>
          </a:xfrm>
          <a:prstGeom prst="rect">
            <a:avLst/>
          </a:prstGeom>
          <a:noFill/>
          <a:ln>
            <a:noFill/>
          </a:ln>
        </p:spPr>
        <p:txBody>
          <a:bodyPr anchorCtr="0" anchor="ctr" bIns="256025" lIns="512050" spcFirstLastPara="1" rIns="512050" wrap="square" tIns="256025">
            <a:noAutofit/>
          </a:bodyPr>
          <a:lstStyle>
            <a:lvl1pPr indent="0" lvl="0" marL="0" marR="0" rtl="0" algn="r">
              <a:spcBef>
                <a:spcPts val="0"/>
              </a:spcBef>
              <a:buNone/>
              <a:defRPr sz="6700">
                <a:solidFill>
                  <a:srgbClr val="888888"/>
                </a:solidFill>
                <a:latin typeface="Calibri"/>
                <a:ea typeface="Calibri"/>
                <a:cs typeface="Calibri"/>
                <a:sym typeface="Calibri"/>
              </a:defRPr>
            </a:lvl1pPr>
            <a:lvl2pPr indent="0" lvl="1" marL="0" marR="0" rtl="0" algn="r">
              <a:spcBef>
                <a:spcPts val="0"/>
              </a:spcBef>
              <a:buNone/>
              <a:defRPr sz="6700">
                <a:solidFill>
                  <a:srgbClr val="888888"/>
                </a:solidFill>
                <a:latin typeface="Calibri"/>
                <a:ea typeface="Calibri"/>
                <a:cs typeface="Calibri"/>
                <a:sym typeface="Calibri"/>
              </a:defRPr>
            </a:lvl2pPr>
            <a:lvl3pPr indent="0" lvl="2" marL="0" marR="0" rtl="0" algn="r">
              <a:spcBef>
                <a:spcPts val="0"/>
              </a:spcBef>
              <a:buNone/>
              <a:defRPr sz="6700">
                <a:solidFill>
                  <a:srgbClr val="888888"/>
                </a:solidFill>
                <a:latin typeface="Calibri"/>
                <a:ea typeface="Calibri"/>
                <a:cs typeface="Calibri"/>
                <a:sym typeface="Calibri"/>
              </a:defRPr>
            </a:lvl3pPr>
            <a:lvl4pPr indent="0" lvl="3" marL="0" marR="0" rtl="0" algn="r">
              <a:spcBef>
                <a:spcPts val="0"/>
              </a:spcBef>
              <a:buNone/>
              <a:defRPr sz="6700">
                <a:solidFill>
                  <a:srgbClr val="888888"/>
                </a:solidFill>
                <a:latin typeface="Calibri"/>
                <a:ea typeface="Calibri"/>
                <a:cs typeface="Calibri"/>
                <a:sym typeface="Calibri"/>
              </a:defRPr>
            </a:lvl4pPr>
            <a:lvl5pPr indent="0" lvl="4" marL="0" marR="0" rtl="0" algn="r">
              <a:spcBef>
                <a:spcPts val="0"/>
              </a:spcBef>
              <a:buNone/>
              <a:defRPr sz="6700">
                <a:solidFill>
                  <a:srgbClr val="888888"/>
                </a:solidFill>
                <a:latin typeface="Calibri"/>
                <a:ea typeface="Calibri"/>
                <a:cs typeface="Calibri"/>
                <a:sym typeface="Calibri"/>
              </a:defRPr>
            </a:lvl5pPr>
            <a:lvl6pPr indent="0" lvl="5" marL="0" marR="0" rtl="0" algn="r">
              <a:spcBef>
                <a:spcPts val="0"/>
              </a:spcBef>
              <a:buNone/>
              <a:defRPr sz="6700">
                <a:solidFill>
                  <a:srgbClr val="888888"/>
                </a:solidFill>
                <a:latin typeface="Calibri"/>
                <a:ea typeface="Calibri"/>
                <a:cs typeface="Calibri"/>
                <a:sym typeface="Calibri"/>
              </a:defRPr>
            </a:lvl6pPr>
            <a:lvl7pPr indent="0" lvl="6" marL="0" marR="0" rtl="0" algn="r">
              <a:spcBef>
                <a:spcPts val="0"/>
              </a:spcBef>
              <a:buNone/>
              <a:defRPr sz="6700">
                <a:solidFill>
                  <a:srgbClr val="888888"/>
                </a:solidFill>
                <a:latin typeface="Calibri"/>
                <a:ea typeface="Calibri"/>
                <a:cs typeface="Calibri"/>
                <a:sym typeface="Calibri"/>
              </a:defRPr>
            </a:lvl7pPr>
            <a:lvl8pPr indent="0" lvl="7" marL="0" marR="0" rtl="0" algn="r">
              <a:spcBef>
                <a:spcPts val="0"/>
              </a:spcBef>
              <a:buNone/>
              <a:defRPr sz="6700">
                <a:solidFill>
                  <a:srgbClr val="888888"/>
                </a:solidFill>
                <a:latin typeface="Calibri"/>
                <a:ea typeface="Calibri"/>
                <a:cs typeface="Calibri"/>
                <a:sym typeface="Calibri"/>
              </a:defRPr>
            </a:lvl8pPr>
            <a:lvl9pPr indent="0" lvl="8" marL="0" marR="0" rtl="0" algn="r">
              <a:spcBef>
                <a:spcPts val="0"/>
              </a:spcBef>
              <a:buNone/>
              <a:defRPr sz="67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1645923" y="2038773"/>
            <a:ext cx="10829927" cy="867664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dk1"/>
              </a:buClr>
              <a:buSzPts val="1400"/>
              <a:buFont typeface="Calibri"/>
              <a:buNone/>
              <a:defRPr b="1" i="0" sz="112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6" name="Google Shape;56;p9"/>
          <p:cNvSpPr txBox="1"/>
          <p:nvPr>
            <p:ph idx="1" type="body"/>
          </p:nvPr>
        </p:nvSpPr>
        <p:spPr>
          <a:xfrm>
            <a:off x="12870180" y="2038777"/>
            <a:ext cx="18402300" cy="43703244"/>
          </a:xfrm>
          <a:prstGeom prst="rect">
            <a:avLst/>
          </a:prstGeom>
          <a:noFill/>
          <a:ln>
            <a:noFill/>
          </a:ln>
        </p:spPr>
        <p:txBody>
          <a:bodyPr anchorCtr="0" anchor="t" bIns="91425" lIns="91425" spcFirstLastPara="1" rIns="91425" wrap="square" tIns="91425">
            <a:noAutofit/>
          </a:bodyPr>
          <a:lstStyle>
            <a:lvl1pPr indent="-1365250" lvl="0" marL="457200" marR="0" rtl="0" algn="l">
              <a:spcBef>
                <a:spcPts val="3580"/>
              </a:spcBef>
              <a:spcAft>
                <a:spcPts val="0"/>
              </a:spcAft>
              <a:buClr>
                <a:schemeClr val="dk1"/>
              </a:buClr>
              <a:buSzPts val="17900"/>
              <a:buFont typeface="Arial"/>
              <a:buChar char="•"/>
              <a:defRPr b="0" i="0" sz="17900" u="none" cap="none" strike="noStrike">
                <a:solidFill>
                  <a:schemeClr val="dk1"/>
                </a:solidFill>
                <a:latin typeface="Calibri"/>
                <a:ea typeface="Calibri"/>
                <a:cs typeface="Calibri"/>
                <a:sym typeface="Calibri"/>
              </a:defRPr>
            </a:lvl1pPr>
            <a:lvl2pPr indent="-1225550" lvl="1" marL="914400" marR="0" rtl="0" algn="l">
              <a:spcBef>
                <a:spcPts val="3140"/>
              </a:spcBef>
              <a:spcAft>
                <a:spcPts val="0"/>
              </a:spcAft>
              <a:buClr>
                <a:schemeClr val="dk1"/>
              </a:buClr>
              <a:buSzPts val="15700"/>
              <a:buFont typeface="Arial"/>
              <a:buChar char="–"/>
              <a:defRPr b="0" i="0" sz="15700" u="none" cap="none" strike="noStrike">
                <a:solidFill>
                  <a:schemeClr val="dk1"/>
                </a:solidFill>
                <a:latin typeface="Calibri"/>
                <a:ea typeface="Calibri"/>
                <a:cs typeface="Calibri"/>
                <a:sym typeface="Calibri"/>
              </a:defRPr>
            </a:lvl2pPr>
            <a:lvl3pPr indent="-1079500" lvl="2" marL="1371600" marR="0" rtl="0" algn="l">
              <a:spcBef>
                <a:spcPts val="2680"/>
              </a:spcBef>
              <a:spcAft>
                <a:spcPts val="0"/>
              </a:spcAft>
              <a:buClr>
                <a:schemeClr val="dk1"/>
              </a:buClr>
              <a:buSzPts val="13400"/>
              <a:buFont typeface="Arial"/>
              <a:buChar char="•"/>
              <a:defRPr b="0" i="0" sz="13400" u="none" cap="none" strike="noStrike">
                <a:solidFill>
                  <a:schemeClr val="dk1"/>
                </a:solidFill>
                <a:latin typeface="Calibri"/>
                <a:ea typeface="Calibri"/>
                <a:cs typeface="Calibri"/>
                <a:sym typeface="Calibri"/>
              </a:defRPr>
            </a:lvl3pPr>
            <a:lvl4pPr indent="-939800" lvl="3" marL="18288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4pPr>
            <a:lvl5pPr indent="-939800" lvl="4" marL="22860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5pPr>
            <a:lvl6pPr indent="-939800" lvl="5" marL="27432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6pPr>
            <a:lvl7pPr indent="-939800" lvl="6" marL="32004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7pPr>
            <a:lvl8pPr indent="-939800" lvl="7" marL="36576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8pPr>
            <a:lvl9pPr indent="-939800" lvl="8" marL="41148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9pPr>
          </a:lstStyle>
          <a:p/>
        </p:txBody>
      </p:sp>
      <p:sp>
        <p:nvSpPr>
          <p:cNvPr id="57" name="Google Shape;57;p9"/>
          <p:cNvSpPr txBox="1"/>
          <p:nvPr>
            <p:ph idx="2" type="body"/>
          </p:nvPr>
        </p:nvSpPr>
        <p:spPr>
          <a:xfrm>
            <a:off x="1645923" y="10715417"/>
            <a:ext cx="10829927" cy="35026603"/>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1560"/>
              </a:spcBef>
              <a:spcAft>
                <a:spcPts val="0"/>
              </a:spcAft>
              <a:buClr>
                <a:schemeClr val="dk1"/>
              </a:buClr>
              <a:buSzPts val="17900"/>
              <a:buFont typeface="Arial"/>
              <a:buNone/>
              <a:defRPr b="0" i="0" sz="7800" u="none" cap="none" strike="noStrike">
                <a:solidFill>
                  <a:schemeClr val="dk1"/>
                </a:solidFill>
                <a:latin typeface="Calibri"/>
                <a:ea typeface="Calibri"/>
                <a:cs typeface="Calibri"/>
                <a:sym typeface="Calibri"/>
              </a:defRPr>
            </a:lvl1pPr>
            <a:lvl2pPr indent="-228600" lvl="1" marL="914400" marR="0" rtl="0" algn="l">
              <a:spcBef>
                <a:spcPts val="1340"/>
              </a:spcBef>
              <a:spcAft>
                <a:spcPts val="0"/>
              </a:spcAft>
              <a:buClr>
                <a:schemeClr val="dk1"/>
              </a:buClr>
              <a:buSzPts val="15700"/>
              <a:buFont typeface="Arial"/>
              <a:buNone/>
              <a:defRPr b="0" i="0" sz="6700" u="none" cap="none" strike="noStrike">
                <a:solidFill>
                  <a:schemeClr val="dk1"/>
                </a:solidFill>
                <a:latin typeface="Calibri"/>
                <a:ea typeface="Calibri"/>
                <a:cs typeface="Calibri"/>
                <a:sym typeface="Calibri"/>
              </a:defRPr>
            </a:lvl2pPr>
            <a:lvl3pPr indent="-228600" lvl="2" marL="1371600" marR="0" rtl="0" algn="l">
              <a:spcBef>
                <a:spcPts val="1120"/>
              </a:spcBef>
              <a:spcAft>
                <a:spcPts val="0"/>
              </a:spcAft>
              <a:buClr>
                <a:schemeClr val="dk1"/>
              </a:buClr>
              <a:buSzPts val="13400"/>
              <a:buFont typeface="Arial"/>
              <a:buNone/>
              <a:defRPr b="0" i="0" sz="5600" u="none" cap="none" strike="noStrike">
                <a:solidFill>
                  <a:schemeClr val="dk1"/>
                </a:solidFill>
                <a:latin typeface="Calibri"/>
                <a:ea typeface="Calibri"/>
                <a:cs typeface="Calibri"/>
                <a:sym typeface="Calibri"/>
              </a:defRPr>
            </a:lvl3pPr>
            <a:lvl4pPr indent="-228600" lvl="3" marL="1828800" marR="0" rtl="0" algn="l">
              <a:spcBef>
                <a:spcPts val="1000"/>
              </a:spcBef>
              <a:spcAft>
                <a:spcPts val="0"/>
              </a:spcAft>
              <a:buClr>
                <a:schemeClr val="dk1"/>
              </a:buClr>
              <a:buSzPts val="11200"/>
              <a:buFont typeface="Arial"/>
              <a:buNone/>
              <a:defRPr b="0" i="0" sz="5000" u="none" cap="none" strike="noStrike">
                <a:solidFill>
                  <a:schemeClr val="dk1"/>
                </a:solidFill>
                <a:latin typeface="Calibri"/>
                <a:ea typeface="Calibri"/>
                <a:cs typeface="Calibri"/>
                <a:sym typeface="Calibri"/>
              </a:defRPr>
            </a:lvl4pPr>
            <a:lvl5pPr indent="-228600" lvl="4" marL="2286000" marR="0" rtl="0" algn="l">
              <a:spcBef>
                <a:spcPts val="1000"/>
              </a:spcBef>
              <a:spcAft>
                <a:spcPts val="0"/>
              </a:spcAft>
              <a:buClr>
                <a:schemeClr val="dk1"/>
              </a:buClr>
              <a:buSzPts val="11200"/>
              <a:buFont typeface="Arial"/>
              <a:buNone/>
              <a:defRPr b="0" i="0" sz="5000" u="none" cap="none" strike="noStrike">
                <a:solidFill>
                  <a:schemeClr val="dk1"/>
                </a:solidFill>
                <a:latin typeface="Calibri"/>
                <a:ea typeface="Calibri"/>
                <a:cs typeface="Calibri"/>
                <a:sym typeface="Calibri"/>
              </a:defRPr>
            </a:lvl5pPr>
            <a:lvl6pPr indent="-228600" lvl="5" marL="2743200" marR="0" rtl="0" algn="l">
              <a:spcBef>
                <a:spcPts val="1000"/>
              </a:spcBef>
              <a:spcAft>
                <a:spcPts val="0"/>
              </a:spcAft>
              <a:buClr>
                <a:schemeClr val="dk1"/>
              </a:buClr>
              <a:buSzPts val="11200"/>
              <a:buFont typeface="Arial"/>
              <a:buNone/>
              <a:defRPr b="0" i="0" sz="5000" u="none" cap="none" strike="noStrike">
                <a:solidFill>
                  <a:schemeClr val="dk1"/>
                </a:solidFill>
                <a:latin typeface="Calibri"/>
                <a:ea typeface="Calibri"/>
                <a:cs typeface="Calibri"/>
                <a:sym typeface="Calibri"/>
              </a:defRPr>
            </a:lvl6pPr>
            <a:lvl7pPr indent="-228600" lvl="6" marL="3200400" marR="0" rtl="0" algn="l">
              <a:spcBef>
                <a:spcPts val="1000"/>
              </a:spcBef>
              <a:spcAft>
                <a:spcPts val="0"/>
              </a:spcAft>
              <a:buClr>
                <a:schemeClr val="dk1"/>
              </a:buClr>
              <a:buSzPts val="11200"/>
              <a:buFont typeface="Arial"/>
              <a:buNone/>
              <a:defRPr b="0" i="0" sz="5000" u="none" cap="none" strike="noStrike">
                <a:solidFill>
                  <a:schemeClr val="dk1"/>
                </a:solidFill>
                <a:latin typeface="Calibri"/>
                <a:ea typeface="Calibri"/>
                <a:cs typeface="Calibri"/>
                <a:sym typeface="Calibri"/>
              </a:defRPr>
            </a:lvl7pPr>
            <a:lvl8pPr indent="-228600" lvl="7" marL="3657600" marR="0" rtl="0" algn="l">
              <a:spcBef>
                <a:spcPts val="1000"/>
              </a:spcBef>
              <a:spcAft>
                <a:spcPts val="0"/>
              </a:spcAft>
              <a:buClr>
                <a:schemeClr val="dk1"/>
              </a:buClr>
              <a:buSzPts val="11200"/>
              <a:buFont typeface="Arial"/>
              <a:buNone/>
              <a:defRPr b="0" i="0" sz="5000" u="none" cap="none" strike="noStrike">
                <a:solidFill>
                  <a:schemeClr val="dk1"/>
                </a:solidFill>
                <a:latin typeface="Calibri"/>
                <a:ea typeface="Calibri"/>
                <a:cs typeface="Calibri"/>
                <a:sym typeface="Calibri"/>
              </a:defRPr>
            </a:lvl8pPr>
            <a:lvl9pPr indent="-228600" lvl="8" marL="4114800" marR="0" rtl="0" algn="l">
              <a:spcBef>
                <a:spcPts val="1000"/>
              </a:spcBef>
              <a:spcAft>
                <a:spcPts val="0"/>
              </a:spcAft>
              <a:buClr>
                <a:schemeClr val="dk1"/>
              </a:buClr>
              <a:buSzPts val="11200"/>
              <a:buFont typeface="Arial"/>
              <a:buNone/>
              <a:defRPr b="0" i="0" sz="5000" u="none" cap="none" strike="noStrike">
                <a:solidFill>
                  <a:schemeClr val="dk1"/>
                </a:solidFill>
                <a:latin typeface="Calibri"/>
                <a:ea typeface="Calibri"/>
                <a:cs typeface="Calibri"/>
                <a:sym typeface="Calibri"/>
              </a:defRPr>
            </a:lvl9pPr>
          </a:lstStyle>
          <a:p/>
        </p:txBody>
      </p:sp>
      <p:sp>
        <p:nvSpPr>
          <p:cNvPr id="58" name="Google Shape;58;p9"/>
          <p:cNvSpPr txBox="1"/>
          <p:nvPr>
            <p:ph idx="10" type="dt"/>
          </p:nvPr>
        </p:nvSpPr>
        <p:spPr>
          <a:xfrm>
            <a:off x="1645920" y="47460750"/>
            <a:ext cx="7680960" cy="2726267"/>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59" name="Google Shape;59;p9"/>
          <p:cNvSpPr txBox="1"/>
          <p:nvPr>
            <p:ph idx="11" type="ftr"/>
          </p:nvPr>
        </p:nvSpPr>
        <p:spPr>
          <a:xfrm>
            <a:off x="11247120" y="47460750"/>
            <a:ext cx="10424160" cy="2726267"/>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60" name="Google Shape;60;p9"/>
          <p:cNvSpPr txBox="1"/>
          <p:nvPr>
            <p:ph idx="12" type="sldNum"/>
          </p:nvPr>
        </p:nvSpPr>
        <p:spPr>
          <a:xfrm>
            <a:off x="23591520" y="47460750"/>
            <a:ext cx="7680960" cy="2726267"/>
          </a:xfrm>
          <a:prstGeom prst="rect">
            <a:avLst/>
          </a:prstGeom>
          <a:noFill/>
          <a:ln>
            <a:noFill/>
          </a:ln>
        </p:spPr>
        <p:txBody>
          <a:bodyPr anchorCtr="0" anchor="ctr" bIns="256025" lIns="512050" spcFirstLastPara="1" rIns="512050" wrap="square" tIns="256025">
            <a:noAutofit/>
          </a:bodyPr>
          <a:lstStyle>
            <a:lvl1pPr indent="0" lvl="0" marL="0" marR="0" rtl="0" algn="r">
              <a:spcBef>
                <a:spcPts val="0"/>
              </a:spcBef>
              <a:buNone/>
              <a:defRPr sz="6700">
                <a:solidFill>
                  <a:srgbClr val="888888"/>
                </a:solidFill>
                <a:latin typeface="Calibri"/>
                <a:ea typeface="Calibri"/>
                <a:cs typeface="Calibri"/>
                <a:sym typeface="Calibri"/>
              </a:defRPr>
            </a:lvl1pPr>
            <a:lvl2pPr indent="0" lvl="1" marL="0" marR="0" rtl="0" algn="r">
              <a:spcBef>
                <a:spcPts val="0"/>
              </a:spcBef>
              <a:buNone/>
              <a:defRPr sz="6700">
                <a:solidFill>
                  <a:srgbClr val="888888"/>
                </a:solidFill>
                <a:latin typeface="Calibri"/>
                <a:ea typeface="Calibri"/>
                <a:cs typeface="Calibri"/>
                <a:sym typeface="Calibri"/>
              </a:defRPr>
            </a:lvl2pPr>
            <a:lvl3pPr indent="0" lvl="2" marL="0" marR="0" rtl="0" algn="r">
              <a:spcBef>
                <a:spcPts val="0"/>
              </a:spcBef>
              <a:buNone/>
              <a:defRPr sz="6700">
                <a:solidFill>
                  <a:srgbClr val="888888"/>
                </a:solidFill>
                <a:latin typeface="Calibri"/>
                <a:ea typeface="Calibri"/>
                <a:cs typeface="Calibri"/>
                <a:sym typeface="Calibri"/>
              </a:defRPr>
            </a:lvl3pPr>
            <a:lvl4pPr indent="0" lvl="3" marL="0" marR="0" rtl="0" algn="r">
              <a:spcBef>
                <a:spcPts val="0"/>
              </a:spcBef>
              <a:buNone/>
              <a:defRPr sz="6700">
                <a:solidFill>
                  <a:srgbClr val="888888"/>
                </a:solidFill>
                <a:latin typeface="Calibri"/>
                <a:ea typeface="Calibri"/>
                <a:cs typeface="Calibri"/>
                <a:sym typeface="Calibri"/>
              </a:defRPr>
            </a:lvl4pPr>
            <a:lvl5pPr indent="0" lvl="4" marL="0" marR="0" rtl="0" algn="r">
              <a:spcBef>
                <a:spcPts val="0"/>
              </a:spcBef>
              <a:buNone/>
              <a:defRPr sz="6700">
                <a:solidFill>
                  <a:srgbClr val="888888"/>
                </a:solidFill>
                <a:latin typeface="Calibri"/>
                <a:ea typeface="Calibri"/>
                <a:cs typeface="Calibri"/>
                <a:sym typeface="Calibri"/>
              </a:defRPr>
            </a:lvl5pPr>
            <a:lvl6pPr indent="0" lvl="5" marL="0" marR="0" rtl="0" algn="r">
              <a:spcBef>
                <a:spcPts val="0"/>
              </a:spcBef>
              <a:buNone/>
              <a:defRPr sz="6700">
                <a:solidFill>
                  <a:srgbClr val="888888"/>
                </a:solidFill>
                <a:latin typeface="Calibri"/>
                <a:ea typeface="Calibri"/>
                <a:cs typeface="Calibri"/>
                <a:sym typeface="Calibri"/>
              </a:defRPr>
            </a:lvl6pPr>
            <a:lvl7pPr indent="0" lvl="6" marL="0" marR="0" rtl="0" algn="r">
              <a:spcBef>
                <a:spcPts val="0"/>
              </a:spcBef>
              <a:buNone/>
              <a:defRPr sz="6700">
                <a:solidFill>
                  <a:srgbClr val="888888"/>
                </a:solidFill>
                <a:latin typeface="Calibri"/>
                <a:ea typeface="Calibri"/>
                <a:cs typeface="Calibri"/>
                <a:sym typeface="Calibri"/>
              </a:defRPr>
            </a:lvl7pPr>
            <a:lvl8pPr indent="0" lvl="7" marL="0" marR="0" rtl="0" algn="r">
              <a:spcBef>
                <a:spcPts val="0"/>
              </a:spcBef>
              <a:buNone/>
              <a:defRPr sz="6700">
                <a:solidFill>
                  <a:srgbClr val="888888"/>
                </a:solidFill>
                <a:latin typeface="Calibri"/>
                <a:ea typeface="Calibri"/>
                <a:cs typeface="Calibri"/>
                <a:sym typeface="Calibri"/>
              </a:defRPr>
            </a:lvl8pPr>
            <a:lvl9pPr indent="0" lvl="8" marL="0" marR="0" rtl="0" algn="r">
              <a:spcBef>
                <a:spcPts val="0"/>
              </a:spcBef>
              <a:buNone/>
              <a:defRPr sz="67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6452237" y="35844481"/>
            <a:ext cx="19751040" cy="4231644"/>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dk1"/>
              </a:buClr>
              <a:buSzPts val="1400"/>
              <a:buFont typeface="Calibri"/>
              <a:buNone/>
              <a:defRPr b="1" i="0" sz="112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3" name="Google Shape;63;p10"/>
          <p:cNvSpPr/>
          <p:nvPr>
            <p:ph idx="2" type="pic"/>
          </p:nvPr>
        </p:nvSpPr>
        <p:spPr>
          <a:xfrm>
            <a:off x="6452237" y="4575387"/>
            <a:ext cx="19751040" cy="30723839"/>
          </a:xfrm>
          <a:prstGeom prst="rect">
            <a:avLst/>
          </a:prstGeom>
          <a:noFill/>
          <a:ln>
            <a:noFill/>
          </a:ln>
        </p:spPr>
        <p:txBody>
          <a:bodyPr anchorCtr="0" anchor="t" bIns="91425" lIns="91425" spcFirstLastPara="1" rIns="91425" wrap="square" tIns="91425">
            <a:noAutofit/>
          </a:bodyPr>
          <a:lstStyle>
            <a:lvl1pPr indent="0" lvl="0" marL="0" marR="0" rtl="0" algn="l">
              <a:spcBef>
                <a:spcPts val="3580"/>
              </a:spcBef>
              <a:spcAft>
                <a:spcPts val="0"/>
              </a:spcAft>
              <a:buClr>
                <a:schemeClr val="dk1"/>
              </a:buClr>
              <a:buSzPts val="1400"/>
              <a:buFont typeface="Arial"/>
              <a:buNone/>
              <a:defRPr b="0" i="0" sz="17900" u="none" cap="none" strike="noStrike">
                <a:solidFill>
                  <a:schemeClr val="dk1"/>
                </a:solidFill>
                <a:latin typeface="Calibri"/>
                <a:ea typeface="Calibri"/>
                <a:cs typeface="Calibri"/>
                <a:sym typeface="Calibri"/>
              </a:defRPr>
            </a:lvl1pPr>
            <a:lvl2pPr indent="-7620" lvl="1" marL="2560320" marR="0" rtl="0" algn="l">
              <a:spcBef>
                <a:spcPts val="3140"/>
              </a:spcBef>
              <a:spcAft>
                <a:spcPts val="0"/>
              </a:spcAft>
              <a:buClr>
                <a:schemeClr val="dk1"/>
              </a:buClr>
              <a:buSzPts val="1400"/>
              <a:buFont typeface="Arial"/>
              <a:buNone/>
              <a:defRPr b="0" i="0" sz="15700" u="none" cap="none" strike="noStrike">
                <a:solidFill>
                  <a:schemeClr val="dk1"/>
                </a:solidFill>
                <a:latin typeface="Calibri"/>
                <a:ea typeface="Calibri"/>
                <a:cs typeface="Calibri"/>
                <a:sym typeface="Calibri"/>
              </a:defRPr>
            </a:lvl2pPr>
            <a:lvl3pPr indent="-2540" lvl="2" marL="5120640" marR="0" rtl="0" algn="l">
              <a:spcBef>
                <a:spcPts val="2680"/>
              </a:spcBef>
              <a:spcAft>
                <a:spcPts val="0"/>
              </a:spcAft>
              <a:buClr>
                <a:schemeClr val="dk1"/>
              </a:buClr>
              <a:buSzPts val="1400"/>
              <a:buFont typeface="Arial"/>
              <a:buNone/>
              <a:defRPr b="0" i="0" sz="13400" u="none" cap="none" strike="noStrike">
                <a:solidFill>
                  <a:schemeClr val="dk1"/>
                </a:solidFill>
                <a:latin typeface="Calibri"/>
                <a:ea typeface="Calibri"/>
                <a:cs typeface="Calibri"/>
                <a:sym typeface="Calibri"/>
              </a:defRPr>
            </a:lvl3pPr>
            <a:lvl4pPr indent="-10159" lvl="3" marL="7680960" marR="0" rtl="0" algn="l">
              <a:spcBef>
                <a:spcPts val="2240"/>
              </a:spcBef>
              <a:spcAft>
                <a:spcPts val="0"/>
              </a:spcAft>
              <a:buClr>
                <a:schemeClr val="dk1"/>
              </a:buClr>
              <a:buSzPts val="1400"/>
              <a:buFont typeface="Arial"/>
              <a:buNone/>
              <a:defRPr b="0" i="0" sz="11200" u="none" cap="none" strike="noStrike">
                <a:solidFill>
                  <a:schemeClr val="dk1"/>
                </a:solidFill>
                <a:latin typeface="Calibri"/>
                <a:ea typeface="Calibri"/>
                <a:cs typeface="Calibri"/>
                <a:sym typeface="Calibri"/>
              </a:defRPr>
            </a:lvl4pPr>
            <a:lvl5pPr indent="-5080" lvl="4" marL="10241280" marR="0" rtl="0" algn="l">
              <a:spcBef>
                <a:spcPts val="2240"/>
              </a:spcBef>
              <a:spcAft>
                <a:spcPts val="0"/>
              </a:spcAft>
              <a:buClr>
                <a:schemeClr val="dk1"/>
              </a:buClr>
              <a:buSzPts val="1400"/>
              <a:buFont typeface="Arial"/>
              <a:buNone/>
              <a:defRPr b="0" i="0" sz="11200" u="none" cap="none" strike="noStrike">
                <a:solidFill>
                  <a:schemeClr val="dk1"/>
                </a:solidFill>
                <a:latin typeface="Calibri"/>
                <a:ea typeface="Calibri"/>
                <a:cs typeface="Calibri"/>
                <a:sym typeface="Calibri"/>
              </a:defRPr>
            </a:lvl5pPr>
            <a:lvl6pPr indent="0" lvl="5" marL="12801600" marR="0" rtl="0" algn="l">
              <a:spcBef>
                <a:spcPts val="2240"/>
              </a:spcBef>
              <a:spcAft>
                <a:spcPts val="0"/>
              </a:spcAft>
              <a:buClr>
                <a:schemeClr val="dk1"/>
              </a:buClr>
              <a:buSzPts val="1400"/>
              <a:buFont typeface="Arial"/>
              <a:buNone/>
              <a:defRPr b="0" i="0" sz="11200" u="none" cap="none" strike="noStrike">
                <a:solidFill>
                  <a:schemeClr val="dk1"/>
                </a:solidFill>
                <a:latin typeface="Calibri"/>
                <a:ea typeface="Calibri"/>
                <a:cs typeface="Calibri"/>
                <a:sym typeface="Calibri"/>
              </a:defRPr>
            </a:lvl6pPr>
            <a:lvl7pPr indent="-7619" lvl="6" marL="15361920" marR="0" rtl="0" algn="l">
              <a:spcBef>
                <a:spcPts val="2240"/>
              </a:spcBef>
              <a:spcAft>
                <a:spcPts val="0"/>
              </a:spcAft>
              <a:buClr>
                <a:schemeClr val="dk1"/>
              </a:buClr>
              <a:buSzPts val="1400"/>
              <a:buFont typeface="Arial"/>
              <a:buNone/>
              <a:defRPr b="0" i="0" sz="11200" u="none" cap="none" strike="noStrike">
                <a:solidFill>
                  <a:schemeClr val="dk1"/>
                </a:solidFill>
                <a:latin typeface="Calibri"/>
                <a:ea typeface="Calibri"/>
                <a:cs typeface="Calibri"/>
                <a:sym typeface="Calibri"/>
              </a:defRPr>
            </a:lvl7pPr>
            <a:lvl8pPr indent="-2539" lvl="7" marL="17922240" marR="0" rtl="0" algn="l">
              <a:spcBef>
                <a:spcPts val="2240"/>
              </a:spcBef>
              <a:spcAft>
                <a:spcPts val="0"/>
              </a:spcAft>
              <a:buClr>
                <a:schemeClr val="dk1"/>
              </a:buClr>
              <a:buSzPts val="1400"/>
              <a:buFont typeface="Arial"/>
              <a:buNone/>
              <a:defRPr b="0" i="0" sz="11200" u="none" cap="none" strike="noStrike">
                <a:solidFill>
                  <a:schemeClr val="dk1"/>
                </a:solidFill>
                <a:latin typeface="Calibri"/>
                <a:ea typeface="Calibri"/>
                <a:cs typeface="Calibri"/>
                <a:sym typeface="Calibri"/>
              </a:defRPr>
            </a:lvl8pPr>
            <a:lvl9pPr indent="-10160" lvl="8" marL="20482560" marR="0" rtl="0" algn="l">
              <a:spcBef>
                <a:spcPts val="2240"/>
              </a:spcBef>
              <a:spcAft>
                <a:spcPts val="0"/>
              </a:spcAft>
              <a:buClr>
                <a:schemeClr val="dk1"/>
              </a:buClr>
              <a:buSzPts val="1400"/>
              <a:buFont typeface="Arial"/>
              <a:buNone/>
              <a:defRPr b="0" i="0" sz="11200" u="none" cap="none" strike="noStrike">
                <a:solidFill>
                  <a:schemeClr val="dk1"/>
                </a:solidFill>
                <a:latin typeface="Calibri"/>
                <a:ea typeface="Calibri"/>
                <a:cs typeface="Calibri"/>
                <a:sym typeface="Calibri"/>
              </a:defRPr>
            </a:lvl9pPr>
          </a:lstStyle>
          <a:p/>
        </p:txBody>
      </p:sp>
      <p:sp>
        <p:nvSpPr>
          <p:cNvPr id="64" name="Google Shape;64;p10"/>
          <p:cNvSpPr txBox="1"/>
          <p:nvPr>
            <p:ph idx="1" type="body"/>
          </p:nvPr>
        </p:nvSpPr>
        <p:spPr>
          <a:xfrm>
            <a:off x="6452237" y="40076125"/>
            <a:ext cx="19751040" cy="6009637"/>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1560"/>
              </a:spcBef>
              <a:spcAft>
                <a:spcPts val="0"/>
              </a:spcAft>
              <a:buClr>
                <a:schemeClr val="dk1"/>
              </a:buClr>
              <a:buSzPts val="17900"/>
              <a:buFont typeface="Arial"/>
              <a:buNone/>
              <a:defRPr b="0" i="0" sz="7800" u="none" cap="none" strike="noStrike">
                <a:solidFill>
                  <a:schemeClr val="dk1"/>
                </a:solidFill>
                <a:latin typeface="Calibri"/>
                <a:ea typeface="Calibri"/>
                <a:cs typeface="Calibri"/>
                <a:sym typeface="Calibri"/>
              </a:defRPr>
            </a:lvl1pPr>
            <a:lvl2pPr indent="-228600" lvl="1" marL="914400" marR="0" rtl="0" algn="l">
              <a:spcBef>
                <a:spcPts val="1340"/>
              </a:spcBef>
              <a:spcAft>
                <a:spcPts val="0"/>
              </a:spcAft>
              <a:buClr>
                <a:schemeClr val="dk1"/>
              </a:buClr>
              <a:buSzPts val="15700"/>
              <a:buFont typeface="Arial"/>
              <a:buNone/>
              <a:defRPr b="0" i="0" sz="6700" u="none" cap="none" strike="noStrike">
                <a:solidFill>
                  <a:schemeClr val="dk1"/>
                </a:solidFill>
                <a:latin typeface="Calibri"/>
                <a:ea typeface="Calibri"/>
                <a:cs typeface="Calibri"/>
                <a:sym typeface="Calibri"/>
              </a:defRPr>
            </a:lvl2pPr>
            <a:lvl3pPr indent="-228600" lvl="2" marL="1371600" marR="0" rtl="0" algn="l">
              <a:spcBef>
                <a:spcPts val="1120"/>
              </a:spcBef>
              <a:spcAft>
                <a:spcPts val="0"/>
              </a:spcAft>
              <a:buClr>
                <a:schemeClr val="dk1"/>
              </a:buClr>
              <a:buSzPts val="13400"/>
              <a:buFont typeface="Arial"/>
              <a:buNone/>
              <a:defRPr b="0" i="0" sz="5600" u="none" cap="none" strike="noStrike">
                <a:solidFill>
                  <a:schemeClr val="dk1"/>
                </a:solidFill>
                <a:latin typeface="Calibri"/>
                <a:ea typeface="Calibri"/>
                <a:cs typeface="Calibri"/>
                <a:sym typeface="Calibri"/>
              </a:defRPr>
            </a:lvl3pPr>
            <a:lvl4pPr indent="-228600" lvl="3" marL="1828800" marR="0" rtl="0" algn="l">
              <a:spcBef>
                <a:spcPts val="1000"/>
              </a:spcBef>
              <a:spcAft>
                <a:spcPts val="0"/>
              </a:spcAft>
              <a:buClr>
                <a:schemeClr val="dk1"/>
              </a:buClr>
              <a:buSzPts val="11200"/>
              <a:buFont typeface="Arial"/>
              <a:buNone/>
              <a:defRPr b="0" i="0" sz="5000" u="none" cap="none" strike="noStrike">
                <a:solidFill>
                  <a:schemeClr val="dk1"/>
                </a:solidFill>
                <a:latin typeface="Calibri"/>
                <a:ea typeface="Calibri"/>
                <a:cs typeface="Calibri"/>
                <a:sym typeface="Calibri"/>
              </a:defRPr>
            </a:lvl4pPr>
            <a:lvl5pPr indent="-228600" lvl="4" marL="2286000" marR="0" rtl="0" algn="l">
              <a:spcBef>
                <a:spcPts val="1000"/>
              </a:spcBef>
              <a:spcAft>
                <a:spcPts val="0"/>
              </a:spcAft>
              <a:buClr>
                <a:schemeClr val="dk1"/>
              </a:buClr>
              <a:buSzPts val="11200"/>
              <a:buFont typeface="Arial"/>
              <a:buNone/>
              <a:defRPr b="0" i="0" sz="5000" u="none" cap="none" strike="noStrike">
                <a:solidFill>
                  <a:schemeClr val="dk1"/>
                </a:solidFill>
                <a:latin typeface="Calibri"/>
                <a:ea typeface="Calibri"/>
                <a:cs typeface="Calibri"/>
                <a:sym typeface="Calibri"/>
              </a:defRPr>
            </a:lvl5pPr>
            <a:lvl6pPr indent="-228600" lvl="5" marL="2743200" marR="0" rtl="0" algn="l">
              <a:spcBef>
                <a:spcPts val="1000"/>
              </a:spcBef>
              <a:spcAft>
                <a:spcPts val="0"/>
              </a:spcAft>
              <a:buClr>
                <a:schemeClr val="dk1"/>
              </a:buClr>
              <a:buSzPts val="11200"/>
              <a:buFont typeface="Arial"/>
              <a:buNone/>
              <a:defRPr b="0" i="0" sz="5000" u="none" cap="none" strike="noStrike">
                <a:solidFill>
                  <a:schemeClr val="dk1"/>
                </a:solidFill>
                <a:latin typeface="Calibri"/>
                <a:ea typeface="Calibri"/>
                <a:cs typeface="Calibri"/>
                <a:sym typeface="Calibri"/>
              </a:defRPr>
            </a:lvl6pPr>
            <a:lvl7pPr indent="-228600" lvl="6" marL="3200400" marR="0" rtl="0" algn="l">
              <a:spcBef>
                <a:spcPts val="1000"/>
              </a:spcBef>
              <a:spcAft>
                <a:spcPts val="0"/>
              </a:spcAft>
              <a:buClr>
                <a:schemeClr val="dk1"/>
              </a:buClr>
              <a:buSzPts val="11200"/>
              <a:buFont typeface="Arial"/>
              <a:buNone/>
              <a:defRPr b="0" i="0" sz="5000" u="none" cap="none" strike="noStrike">
                <a:solidFill>
                  <a:schemeClr val="dk1"/>
                </a:solidFill>
                <a:latin typeface="Calibri"/>
                <a:ea typeface="Calibri"/>
                <a:cs typeface="Calibri"/>
                <a:sym typeface="Calibri"/>
              </a:defRPr>
            </a:lvl7pPr>
            <a:lvl8pPr indent="-228600" lvl="7" marL="3657600" marR="0" rtl="0" algn="l">
              <a:spcBef>
                <a:spcPts val="1000"/>
              </a:spcBef>
              <a:spcAft>
                <a:spcPts val="0"/>
              </a:spcAft>
              <a:buClr>
                <a:schemeClr val="dk1"/>
              </a:buClr>
              <a:buSzPts val="11200"/>
              <a:buFont typeface="Arial"/>
              <a:buNone/>
              <a:defRPr b="0" i="0" sz="5000" u="none" cap="none" strike="noStrike">
                <a:solidFill>
                  <a:schemeClr val="dk1"/>
                </a:solidFill>
                <a:latin typeface="Calibri"/>
                <a:ea typeface="Calibri"/>
                <a:cs typeface="Calibri"/>
                <a:sym typeface="Calibri"/>
              </a:defRPr>
            </a:lvl8pPr>
            <a:lvl9pPr indent="-228600" lvl="8" marL="4114800" marR="0" rtl="0" algn="l">
              <a:spcBef>
                <a:spcPts val="1000"/>
              </a:spcBef>
              <a:spcAft>
                <a:spcPts val="0"/>
              </a:spcAft>
              <a:buClr>
                <a:schemeClr val="dk1"/>
              </a:buClr>
              <a:buSzPts val="11200"/>
              <a:buFont typeface="Arial"/>
              <a:buNone/>
              <a:defRPr b="0" i="0" sz="5000" u="none" cap="none" strike="noStrike">
                <a:solidFill>
                  <a:schemeClr val="dk1"/>
                </a:solidFill>
                <a:latin typeface="Calibri"/>
                <a:ea typeface="Calibri"/>
                <a:cs typeface="Calibri"/>
                <a:sym typeface="Calibri"/>
              </a:defRPr>
            </a:lvl9pPr>
          </a:lstStyle>
          <a:p/>
        </p:txBody>
      </p:sp>
      <p:sp>
        <p:nvSpPr>
          <p:cNvPr id="65" name="Google Shape;65;p10"/>
          <p:cNvSpPr txBox="1"/>
          <p:nvPr>
            <p:ph idx="10" type="dt"/>
          </p:nvPr>
        </p:nvSpPr>
        <p:spPr>
          <a:xfrm>
            <a:off x="1645920" y="47460750"/>
            <a:ext cx="7680960" cy="2726267"/>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66" name="Google Shape;66;p10"/>
          <p:cNvSpPr txBox="1"/>
          <p:nvPr>
            <p:ph idx="11" type="ftr"/>
          </p:nvPr>
        </p:nvSpPr>
        <p:spPr>
          <a:xfrm>
            <a:off x="11247120" y="47460750"/>
            <a:ext cx="10424160" cy="2726267"/>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67" name="Google Shape;67;p10"/>
          <p:cNvSpPr txBox="1"/>
          <p:nvPr>
            <p:ph idx="12" type="sldNum"/>
          </p:nvPr>
        </p:nvSpPr>
        <p:spPr>
          <a:xfrm>
            <a:off x="23591520" y="47460750"/>
            <a:ext cx="7680960" cy="2726267"/>
          </a:xfrm>
          <a:prstGeom prst="rect">
            <a:avLst/>
          </a:prstGeom>
          <a:noFill/>
          <a:ln>
            <a:noFill/>
          </a:ln>
        </p:spPr>
        <p:txBody>
          <a:bodyPr anchorCtr="0" anchor="ctr" bIns="256025" lIns="512050" spcFirstLastPara="1" rIns="512050" wrap="square" tIns="256025">
            <a:noAutofit/>
          </a:bodyPr>
          <a:lstStyle>
            <a:lvl1pPr indent="0" lvl="0" marL="0" marR="0" rtl="0" algn="r">
              <a:spcBef>
                <a:spcPts val="0"/>
              </a:spcBef>
              <a:buNone/>
              <a:defRPr sz="6700">
                <a:solidFill>
                  <a:srgbClr val="888888"/>
                </a:solidFill>
                <a:latin typeface="Calibri"/>
                <a:ea typeface="Calibri"/>
                <a:cs typeface="Calibri"/>
                <a:sym typeface="Calibri"/>
              </a:defRPr>
            </a:lvl1pPr>
            <a:lvl2pPr indent="0" lvl="1" marL="0" marR="0" rtl="0" algn="r">
              <a:spcBef>
                <a:spcPts val="0"/>
              </a:spcBef>
              <a:buNone/>
              <a:defRPr sz="6700">
                <a:solidFill>
                  <a:srgbClr val="888888"/>
                </a:solidFill>
                <a:latin typeface="Calibri"/>
                <a:ea typeface="Calibri"/>
                <a:cs typeface="Calibri"/>
                <a:sym typeface="Calibri"/>
              </a:defRPr>
            </a:lvl2pPr>
            <a:lvl3pPr indent="0" lvl="2" marL="0" marR="0" rtl="0" algn="r">
              <a:spcBef>
                <a:spcPts val="0"/>
              </a:spcBef>
              <a:buNone/>
              <a:defRPr sz="6700">
                <a:solidFill>
                  <a:srgbClr val="888888"/>
                </a:solidFill>
                <a:latin typeface="Calibri"/>
                <a:ea typeface="Calibri"/>
                <a:cs typeface="Calibri"/>
                <a:sym typeface="Calibri"/>
              </a:defRPr>
            </a:lvl3pPr>
            <a:lvl4pPr indent="0" lvl="3" marL="0" marR="0" rtl="0" algn="r">
              <a:spcBef>
                <a:spcPts val="0"/>
              </a:spcBef>
              <a:buNone/>
              <a:defRPr sz="6700">
                <a:solidFill>
                  <a:srgbClr val="888888"/>
                </a:solidFill>
                <a:latin typeface="Calibri"/>
                <a:ea typeface="Calibri"/>
                <a:cs typeface="Calibri"/>
                <a:sym typeface="Calibri"/>
              </a:defRPr>
            </a:lvl4pPr>
            <a:lvl5pPr indent="0" lvl="4" marL="0" marR="0" rtl="0" algn="r">
              <a:spcBef>
                <a:spcPts val="0"/>
              </a:spcBef>
              <a:buNone/>
              <a:defRPr sz="6700">
                <a:solidFill>
                  <a:srgbClr val="888888"/>
                </a:solidFill>
                <a:latin typeface="Calibri"/>
                <a:ea typeface="Calibri"/>
                <a:cs typeface="Calibri"/>
                <a:sym typeface="Calibri"/>
              </a:defRPr>
            </a:lvl5pPr>
            <a:lvl6pPr indent="0" lvl="5" marL="0" marR="0" rtl="0" algn="r">
              <a:spcBef>
                <a:spcPts val="0"/>
              </a:spcBef>
              <a:buNone/>
              <a:defRPr sz="6700">
                <a:solidFill>
                  <a:srgbClr val="888888"/>
                </a:solidFill>
                <a:latin typeface="Calibri"/>
                <a:ea typeface="Calibri"/>
                <a:cs typeface="Calibri"/>
                <a:sym typeface="Calibri"/>
              </a:defRPr>
            </a:lvl6pPr>
            <a:lvl7pPr indent="0" lvl="6" marL="0" marR="0" rtl="0" algn="r">
              <a:spcBef>
                <a:spcPts val="0"/>
              </a:spcBef>
              <a:buNone/>
              <a:defRPr sz="6700">
                <a:solidFill>
                  <a:srgbClr val="888888"/>
                </a:solidFill>
                <a:latin typeface="Calibri"/>
                <a:ea typeface="Calibri"/>
                <a:cs typeface="Calibri"/>
                <a:sym typeface="Calibri"/>
              </a:defRPr>
            </a:lvl7pPr>
            <a:lvl8pPr indent="0" lvl="7" marL="0" marR="0" rtl="0" algn="r">
              <a:spcBef>
                <a:spcPts val="0"/>
              </a:spcBef>
              <a:buNone/>
              <a:defRPr sz="6700">
                <a:solidFill>
                  <a:srgbClr val="888888"/>
                </a:solidFill>
                <a:latin typeface="Calibri"/>
                <a:ea typeface="Calibri"/>
                <a:cs typeface="Calibri"/>
                <a:sym typeface="Calibri"/>
              </a:defRPr>
            </a:lvl8pPr>
            <a:lvl9pPr indent="0" lvl="8" marL="0" marR="0" rtl="0" algn="r">
              <a:spcBef>
                <a:spcPts val="0"/>
              </a:spcBef>
              <a:buNone/>
              <a:defRPr sz="67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1645920" y="2050630"/>
            <a:ext cx="29626559" cy="85344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24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0" name="Google Shape;70;p11"/>
          <p:cNvSpPr txBox="1"/>
          <p:nvPr>
            <p:ph idx="1" type="body"/>
          </p:nvPr>
        </p:nvSpPr>
        <p:spPr>
          <a:xfrm rot="5400000">
            <a:off x="-437727" y="14031814"/>
            <a:ext cx="33793857" cy="29626559"/>
          </a:xfrm>
          <a:prstGeom prst="rect">
            <a:avLst/>
          </a:prstGeom>
          <a:noFill/>
          <a:ln>
            <a:noFill/>
          </a:ln>
        </p:spPr>
        <p:txBody>
          <a:bodyPr anchorCtr="0" anchor="t" bIns="91425" lIns="91425" spcFirstLastPara="1" rIns="91425" wrap="square" tIns="91425">
            <a:noAutofit/>
          </a:bodyPr>
          <a:lstStyle>
            <a:lvl1pPr indent="-1365250" lvl="0" marL="457200" marR="0" rtl="0" algn="l">
              <a:spcBef>
                <a:spcPts val="3580"/>
              </a:spcBef>
              <a:spcAft>
                <a:spcPts val="0"/>
              </a:spcAft>
              <a:buClr>
                <a:schemeClr val="dk1"/>
              </a:buClr>
              <a:buSzPts val="17900"/>
              <a:buFont typeface="Arial"/>
              <a:buChar char="•"/>
              <a:defRPr b="0" i="0" sz="17900" u="none" cap="none" strike="noStrike">
                <a:solidFill>
                  <a:schemeClr val="dk1"/>
                </a:solidFill>
                <a:latin typeface="Calibri"/>
                <a:ea typeface="Calibri"/>
                <a:cs typeface="Calibri"/>
                <a:sym typeface="Calibri"/>
              </a:defRPr>
            </a:lvl1pPr>
            <a:lvl2pPr indent="-1225550" lvl="1" marL="914400" marR="0" rtl="0" algn="l">
              <a:spcBef>
                <a:spcPts val="3140"/>
              </a:spcBef>
              <a:spcAft>
                <a:spcPts val="0"/>
              </a:spcAft>
              <a:buClr>
                <a:schemeClr val="dk1"/>
              </a:buClr>
              <a:buSzPts val="15700"/>
              <a:buFont typeface="Arial"/>
              <a:buChar char="–"/>
              <a:defRPr b="0" i="0" sz="15700" u="none" cap="none" strike="noStrike">
                <a:solidFill>
                  <a:schemeClr val="dk1"/>
                </a:solidFill>
                <a:latin typeface="Calibri"/>
                <a:ea typeface="Calibri"/>
                <a:cs typeface="Calibri"/>
                <a:sym typeface="Calibri"/>
              </a:defRPr>
            </a:lvl2pPr>
            <a:lvl3pPr indent="-1079500" lvl="2" marL="1371600" marR="0" rtl="0" algn="l">
              <a:spcBef>
                <a:spcPts val="2680"/>
              </a:spcBef>
              <a:spcAft>
                <a:spcPts val="0"/>
              </a:spcAft>
              <a:buClr>
                <a:schemeClr val="dk1"/>
              </a:buClr>
              <a:buSzPts val="13400"/>
              <a:buFont typeface="Arial"/>
              <a:buChar char="•"/>
              <a:defRPr b="0" i="0" sz="13400" u="none" cap="none" strike="noStrike">
                <a:solidFill>
                  <a:schemeClr val="dk1"/>
                </a:solidFill>
                <a:latin typeface="Calibri"/>
                <a:ea typeface="Calibri"/>
                <a:cs typeface="Calibri"/>
                <a:sym typeface="Calibri"/>
              </a:defRPr>
            </a:lvl3pPr>
            <a:lvl4pPr indent="-939800" lvl="3" marL="18288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4pPr>
            <a:lvl5pPr indent="-939800" lvl="4" marL="22860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5pPr>
            <a:lvl6pPr indent="-939800" lvl="5" marL="27432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6pPr>
            <a:lvl7pPr indent="-939800" lvl="6" marL="32004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7pPr>
            <a:lvl8pPr indent="-939800" lvl="7" marL="36576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8pPr>
            <a:lvl9pPr indent="-939800" lvl="8" marL="41148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9pPr>
          </a:lstStyle>
          <a:p/>
        </p:txBody>
      </p:sp>
      <p:sp>
        <p:nvSpPr>
          <p:cNvPr id="71" name="Google Shape;71;p11"/>
          <p:cNvSpPr txBox="1"/>
          <p:nvPr>
            <p:ph idx="10" type="dt"/>
          </p:nvPr>
        </p:nvSpPr>
        <p:spPr>
          <a:xfrm>
            <a:off x="1645920" y="47460750"/>
            <a:ext cx="7680960" cy="2726267"/>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72" name="Google Shape;72;p11"/>
          <p:cNvSpPr txBox="1"/>
          <p:nvPr>
            <p:ph idx="11" type="ftr"/>
          </p:nvPr>
        </p:nvSpPr>
        <p:spPr>
          <a:xfrm>
            <a:off x="11247120" y="47460750"/>
            <a:ext cx="10424160" cy="2726267"/>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73" name="Google Shape;73;p11"/>
          <p:cNvSpPr txBox="1"/>
          <p:nvPr>
            <p:ph idx="12" type="sldNum"/>
          </p:nvPr>
        </p:nvSpPr>
        <p:spPr>
          <a:xfrm>
            <a:off x="23591520" y="47460750"/>
            <a:ext cx="7680960" cy="2726267"/>
          </a:xfrm>
          <a:prstGeom prst="rect">
            <a:avLst/>
          </a:prstGeom>
          <a:noFill/>
          <a:ln>
            <a:noFill/>
          </a:ln>
        </p:spPr>
        <p:txBody>
          <a:bodyPr anchorCtr="0" anchor="ctr" bIns="256025" lIns="512050" spcFirstLastPara="1" rIns="512050" wrap="square" tIns="256025">
            <a:noAutofit/>
          </a:bodyPr>
          <a:lstStyle>
            <a:lvl1pPr indent="0" lvl="0" marL="0" marR="0" rtl="0" algn="r">
              <a:spcBef>
                <a:spcPts val="0"/>
              </a:spcBef>
              <a:buNone/>
              <a:defRPr sz="6700">
                <a:solidFill>
                  <a:srgbClr val="888888"/>
                </a:solidFill>
                <a:latin typeface="Calibri"/>
                <a:ea typeface="Calibri"/>
                <a:cs typeface="Calibri"/>
                <a:sym typeface="Calibri"/>
              </a:defRPr>
            </a:lvl1pPr>
            <a:lvl2pPr indent="0" lvl="1" marL="0" marR="0" rtl="0" algn="r">
              <a:spcBef>
                <a:spcPts val="0"/>
              </a:spcBef>
              <a:buNone/>
              <a:defRPr sz="6700">
                <a:solidFill>
                  <a:srgbClr val="888888"/>
                </a:solidFill>
                <a:latin typeface="Calibri"/>
                <a:ea typeface="Calibri"/>
                <a:cs typeface="Calibri"/>
                <a:sym typeface="Calibri"/>
              </a:defRPr>
            </a:lvl2pPr>
            <a:lvl3pPr indent="0" lvl="2" marL="0" marR="0" rtl="0" algn="r">
              <a:spcBef>
                <a:spcPts val="0"/>
              </a:spcBef>
              <a:buNone/>
              <a:defRPr sz="6700">
                <a:solidFill>
                  <a:srgbClr val="888888"/>
                </a:solidFill>
                <a:latin typeface="Calibri"/>
                <a:ea typeface="Calibri"/>
                <a:cs typeface="Calibri"/>
                <a:sym typeface="Calibri"/>
              </a:defRPr>
            </a:lvl3pPr>
            <a:lvl4pPr indent="0" lvl="3" marL="0" marR="0" rtl="0" algn="r">
              <a:spcBef>
                <a:spcPts val="0"/>
              </a:spcBef>
              <a:buNone/>
              <a:defRPr sz="6700">
                <a:solidFill>
                  <a:srgbClr val="888888"/>
                </a:solidFill>
                <a:latin typeface="Calibri"/>
                <a:ea typeface="Calibri"/>
                <a:cs typeface="Calibri"/>
                <a:sym typeface="Calibri"/>
              </a:defRPr>
            </a:lvl4pPr>
            <a:lvl5pPr indent="0" lvl="4" marL="0" marR="0" rtl="0" algn="r">
              <a:spcBef>
                <a:spcPts val="0"/>
              </a:spcBef>
              <a:buNone/>
              <a:defRPr sz="6700">
                <a:solidFill>
                  <a:srgbClr val="888888"/>
                </a:solidFill>
                <a:latin typeface="Calibri"/>
                <a:ea typeface="Calibri"/>
                <a:cs typeface="Calibri"/>
                <a:sym typeface="Calibri"/>
              </a:defRPr>
            </a:lvl5pPr>
            <a:lvl6pPr indent="0" lvl="5" marL="0" marR="0" rtl="0" algn="r">
              <a:spcBef>
                <a:spcPts val="0"/>
              </a:spcBef>
              <a:buNone/>
              <a:defRPr sz="6700">
                <a:solidFill>
                  <a:srgbClr val="888888"/>
                </a:solidFill>
                <a:latin typeface="Calibri"/>
                <a:ea typeface="Calibri"/>
                <a:cs typeface="Calibri"/>
                <a:sym typeface="Calibri"/>
              </a:defRPr>
            </a:lvl6pPr>
            <a:lvl7pPr indent="0" lvl="6" marL="0" marR="0" rtl="0" algn="r">
              <a:spcBef>
                <a:spcPts val="0"/>
              </a:spcBef>
              <a:buNone/>
              <a:defRPr sz="6700">
                <a:solidFill>
                  <a:srgbClr val="888888"/>
                </a:solidFill>
                <a:latin typeface="Calibri"/>
                <a:ea typeface="Calibri"/>
                <a:cs typeface="Calibri"/>
                <a:sym typeface="Calibri"/>
              </a:defRPr>
            </a:lvl7pPr>
            <a:lvl8pPr indent="0" lvl="7" marL="0" marR="0" rtl="0" algn="r">
              <a:spcBef>
                <a:spcPts val="0"/>
              </a:spcBef>
              <a:buNone/>
              <a:defRPr sz="6700">
                <a:solidFill>
                  <a:srgbClr val="888888"/>
                </a:solidFill>
                <a:latin typeface="Calibri"/>
                <a:ea typeface="Calibri"/>
                <a:cs typeface="Calibri"/>
                <a:sym typeface="Calibri"/>
              </a:defRPr>
            </a:lvl8pPr>
            <a:lvl9pPr indent="0" lvl="8" marL="0" marR="0" rtl="0" algn="r">
              <a:spcBef>
                <a:spcPts val="0"/>
              </a:spcBef>
              <a:buNone/>
              <a:defRPr sz="67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5723467" y="20193009"/>
            <a:ext cx="43691388" cy="740664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24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6" name="Google Shape;76;p12"/>
          <p:cNvSpPr txBox="1"/>
          <p:nvPr>
            <p:ph idx="1" type="body"/>
          </p:nvPr>
        </p:nvSpPr>
        <p:spPr>
          <a:xfrm rot="5400000">
            <a:off x="-9364134" y="13060689"/>
            <a:ext cx="43691388" cy="21671280"/>
          </a:xfrm>
          <a:prstGeom prst="rect">
            <a:avLst/>
          </a:prstGeom>
          <a:noFill/>
          <a:ln>
            <a:noFill/>
          </a:ln>
        </p:spPr>
        <p:txBody>
          <a:bodyPr anchorCtr="0" anchor="t" bIns="91425" lIns="91425" spcFirstLastPara="1" rIns="91425" wrap="square" tIns="91425">
            <a:noAutofit/>
          </a:bodyPr>
          <a:lstStyle>
            <a:lvl1pPr indent="-1365250" lvl="0" marL="457200" marR="0" rtl="0" algn="l">
              <a:spcBef>
                <a:spcPts val="3580"/>
              </a:spcBef>
              <a:spcAft>
                <a:spcPts val="0"/>
              </a:spcAft>
              <a:buClr>
                <a:schemeClr val="dk1"/>
              </a:buClr>
              <a:buSzPts val="17900"/>
              <a:buFont typeface="Arial"/>
              <a:buChar char="•"/>
              <a:defRPr b="0" i="0" sz="17900" u="none" cap="none" strike="noStrike">
                <a:solidFill>
                  <a:schemeClr val="dk1"/>
                </a:solidFill>
                <a:latin typeface="Calibri"/>
                <a:ea typeface="Calibri"/>
                <a:cs typeface="Calibri"/>
                <a:sym typeface="Calibri"/>
              </a:defRPr>
            </a:lvl1pPr>
            <a:lvl2pPr indent="-1225550" lvl="1" marL="914400" marR="0" rtl="0" algn="l">
              <a:spcBef>
                <a:spcPts val="3140"/>
              </a:spcBef>
              <a:spcAft>
                <a:spcPts val="0"/>
              </a:spcAft>
              <a:buClr>
                <a:schemeClr val="dk1"/>
              </a:buClr>
              <a:buSzPts val="15700"/>
              <a:buFont typeface="Arial"/>
              <a:buChar char="–"/>
              <a:defRPr b="0" i="0" sz="15700" u="none" cap="none" strike="noStrike">
                <a:solidFill>
                  <a:schemeClr val="dk1"/>
                </a:solidFill>
                <a:latin typeface="Calibri"/>
                <a:ea typeface="Calibri"/>
                <a:cs typeface="Calibri"/>
                <a:sym typeface="Calibri"/>
              </a:defRPr>
            </a:lvl2pPr>
            <a:lvl3pPr indent="-1079500" lvl="2" marL="1371600" marR="0" rtl="0" algn="l">
              <a:spcBef>
                <a:spcPts val="2680"/>
              </a:spcBef>
              <a:spcAft>
                <a:spcPts val="0"/>
              </a:spcAft>
              <a:buClr>
                <a:schemeClr val="dk1"/>
              </a:buClr>
              <a:buSzPts val="13400"/>
              <a:buFont typeface="Arial"/>
              <a:buChar char="•"/>
              <a:defRPr b="0" i="0" sz="13400" u="none" cap="none" strike="noStrike">
                <a:solidFill>
                  <a:schemeClr val="dk1"/>
                </a:solidFill>
                <a:latin typeface="Calibri"/>
                <a:ea typeface="Calibri"/>
                <a:cs typeface="Calibri"/>
                <a:sym typeface="Calibri"/>
              </a:defRPr>
            </a:lvl3pPr>
            <a:lvl4pPr indent="-939800" lvl="3" marL="18288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4pPr>
            <a:lvl5pPr indent="-939800" lvl="4" marL="22860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5pPr>
            <a:lvl6pPr indent="-939800" lvl="5" marL="27432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6pPr>
            <a:lvl7pPr indent="-939800" lvl="6" marL="32004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7pPr>
            <a:lvl8pPr indent="-939800" lvl="7" marL="36576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8pPr>
            <a:lvl9pPr indent="-939800" lvl="8" marL="41148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9pPr>
          </a:lstStyle>
          <a:p/>
        </p:txBody>
      </p:sp>
      <p:sp>
        <p:nvSpPr>
          <p:cNvPr id="77" name="Google Shape;77;p12"/>
          <p:cNvSpPr txBox="1"/>
          <p:nvPr>
            <p:ph idx="10" type="dt"/>
          </p:nvPr>
        </p:nvSpPr>
        <p:spPr>
          <a:xfrm>
            <a:off x="1645920" y="47460750"/>
            <a:ext cx="7680960" cy="2726267"/>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78" name="Google Shape;78;p12"/>
          <p:cNvSpPr txBox="1"/>
          <p:nvPr>
            <p:ph idx="11" type="ftr"/>
          </p:nvPr>
        </p:nvSpPr>
        <p:spPr>
          <a:xfrm>
            <a:off x="11247120" y="47460750"/>
            <a:ext cx="10424160" cy="2726267"/>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6700">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79" name="Google Shape;79;p12"/>
          <p:cNvSpPr txBox="1"/>
          <p:nvPr>
            <p:ph idx="12" type="sldNum"/>
          </p:nvPr>
        </p:nvSpPr>
        <p:spPr>
          <a:xfrm>
            <a:off x="23591520" y="47460750"/>
            <a:ext cx="7680960" cy="2726267"/>
          </a:xfrm>
          <a:prstGeom prst="rect">
            <a:avLst/>
          </a:prstGeom>
          <a:noFill/>
          <a:ln>
            <a:noFill/>
          </a:ln>
        </p:spPr>
        <p:txBody>
          <a:bodyPr anchorCtr="0" anchor="ctr" bIns="256025" lIns="512050" spcFirstLastPara="1" rIns="512050" wrap="square" tIns="256025">
            <a:noAutofit/>
          </a:bodyPr>
          <a:lstStyle>
            <a:lvl1pPr indent="0" lvl="0" marL="0" marR="0" rtl="0" algn="r">
              <a:spcBef>
                <a:spcPts val="0"/>
              </a:spcBef>
              <a:buNone/>
              <a:defRPr sz="6700">
                <a:solidFill>
                  <a:srgbClr val="888888"/>
                </a:solidFill>
                <a:latin typeface="Calibri"/>
                <a:ea typeface="Calibri"/>
                <a:cs typeface="Calibri"/>
                <a:sym typeface="Calibri"/>
              </a:defRPr>
            </a:lvl1pPr>
            <a:lvl2pPr indent="0" lvl="1" marL="0" marR="0" rtl="0" algn="r">
              <a:spcBef>
                <a:spcPts val="0"/>
              </a:spcBef>
              <a:buNone/>
              <a:defRPr sz="6700">
                <a:solidFill>
                  <a:srgbClr val="888888"/>
                </a:solidFill>
                <a:latin typeface="Calibri"/>
                <a:ea typeface="Calibri"/>
                <a:cs typeface="Calibri"/>
                <a:sym typeface="Calibri"/>
              </a:defRPr>
            </a:lvl2pPr>
            <a:lvl3pPr indent="0" lvl="2" marL="0" marR="0" rtl="0" algn="r">
              <a:spcBef>
                <a:spcPts val="0"/>
              </a:spcBef>
              <a:buNone/>
              <a:defRPr sz="6700">
                <a:solidFill>
                  <a:srgbClr val="888888"/>
                </a:solidFill>
                <a:latin typeface="Calibri"/>
                <a:ea typeface="Calibri"/>
                <a:cs typeface="Calibri"/>
                <a:sym typeface="Calibri"/>
              </a:defRPr>
            </a:lvl3pPr>
            <a:lvl4pPr indent="0" lvl="3" marL="0" marR="0" rtl="0" algn="r">
              <a:spcBef>
                <a:spcPts val="0"/>
              </a:spcBef>
              <a:buNone/>
              <a:defRPr sz="6700">
                <a:solidFill>
                  <a:srgbClr val="888888"/>
                </a:solidFill>
                <a:latin typeface="Calibri"/>
                <a:ea typeface="Calibri"/>
                <a:cs typeface="Calibri"/>
                <a:sym typeface="Calibri"/>
              </a:defRPr>
            </a:lvl4pPr>
            <a:lvl5pPr indent="0" lvl="4" marL="0" marR="0" rtl="0" algn="r">
              <a:spcBef>
                <a:spcPts val="0"/>
              </a:spcBef>
              <a:buNone/>
              <a:defRPr sz="6700">
                <a:solidFill>
                  <a:srgbClr val="888888"/>
                </a:solidFill>
                <a:latin typeface="Calibri"/>
                <a:ea typeface="Calibri"/>
                <a:cs typeface="Calibri"/>
                <a:sym typeface="Calibri"/>
              </a:defRPr>
            </a:lvl5pPr>
            <a:lvl6pPr indent="0" lvl="5" marL="0" marR="0" rtl="0" algn="r">
              <a:spcBef>
                <a:spcPts val="0"/>
              </a:spcBef>
              <a:buNone/>
              <a:defRPr sz="6700">
                <a:solidFill>
                  <a:srgbClr val="888888"/>
                </a:solidFill>
                <a:latin typeface="Calibri"/>
                <a:ea typeface="Calibri"/>
                <a:cs typeface="Calibri"/>
                <a:sym typeface="Calibri"/>
              </a:defRPr>
            </a:lvl6pPr>
            <a:lvl7pPr indent="0" lvl="6" marL="0" marR="0" rtl="0" algn="r">
              <a:spcBef>
                <a:spcPts val="0"/>
              </a:spcBef>
              <a:buNone/>
              <a:defRPr sz="6700">
                <a:solidFill>
                  <a:srgbClr val="888888"/>
                </a:solidFill>
                <a:latin typeface="Calibri"/>
                <a:ea typeface="Calibri"/>
                <a:cs typeface="Calibri"/>
                <a:sym typeface="Calibri"/>
              </a:defRPr>
            </a:lvl7pPr>
            <a:lvl8pPr indent="0" lvl="7" marL="0" marR="0" rtl="0" algn="r">
              <a:spcBef>
                <a:spcPts val="0"/>
              </a:spcBef>
              <a:buNone/>
              <a:defRPr sz="6700">
                <a:solidFill>
                  <a:srgbClr val="888888"/>
                </a:solidFill>
                <a:latin typeface="Calibri"/>
                <a:ea typeface="Calibri"/>
                <a:cs typeface="Calibri"/>
                <a:sym typeface="Calibri"/>
              </a:defRPr>
            </a:lvl8pPr>
            <a:lvl9pPr indent="0" lvl="8" marL="0" marR="0" rtl="0" algn="r">
              <a:spcBef>
                <a:spcPts val="0"/>
              </a:spcBef>
              <a:buNone/>
              <a:defRPr sz="67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645920" y="2050630"/>
            <a:ext cx="29626559" cy="85344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b="0" i="0" sz="24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 name="Google Shape;7;p1"/>
          <p:cNvSpPr txBox="1"/>
          <p:nvPr>
            <p:ph idx="1" type="body"/>
          </p:nvPr>
        </p:nvSpPr>
        <p:spPr>
          <a:xfrm>
            <a:off x="1645920" y="11948165"/>
            <a:ext cx="29626559" cy="33793857"/>
          </a:xfrm>
          <a:prstGeom prst="rect">
            <a:avLst/>
          </a:prstGeom>
          <a:noFill/>
          <a:ln>
            <a:noFill/>
          </a:ln>
        </p:spPr>
        <p:txBody>
          <a:bodyPr anchorCtr="0" anchor="t" bIns="91425" lIns="91425" spcFirstLastPara="1" rIns="91425" wrap="square" tIns="91425">
            <a:noAutofit/>
          </a:bodyPr>
          <a:lstStyle>
            <a:lvl1pPr indent="-1365250" lvl="0" marL="457200" marR="0" rtl="0" algn="l">
              <a:spcBef>
                <a:spcPts val="3580"/>
              </a:spcBef>
              <a:spcAft>
                <a:spcPts val="0"/>
              </a:spcAft>
              <a:buClr>
                <a:schemeClr val="dk1"/>
              </a:buClr>
              <a:buSzPts val="17900"/>
              <a:buFont typeface="Arial"/>
              <a:buChar char="•"/>
              <a:defRPr b="0" i="0" sz="17900" u="none" cap="none" strike="noStrike">
                <a:solidFill>
                  <a:schemeClr val="dk1"/>
                </a:solidFill>
                <a:latin typeface="Calibri"/>
                <a:ea typeface="Calibri"/>
                <a:cs typeface="Calibri"/>
                <a:sym typeface="Calibri"/>
              </a:defRPr>
            </a:lvl1pPr>
            <a:lvl2pPr indent="-1225550" lvl="1" marL="914400" marR="0" rtl="0" algn="l">
              <a:spcBef>
                <a:spcPts val="3140"/>
              </a:spcBef>
              <a:spcAft>
                <a:spcPts val="0"/>
              </a:spcAft>
              <a:buClr>
                <a:schemeClr val="dk1"/>
              </a:buClr>
              <a:buSzPts val="15700"/>
              <a:buFont typeface="Arial"/>
              <a:buChar char="–"/>
              <a:defRPr b="0" i="0" sz="15700" u="none" cap="none" strike="noStrike">
                <a:solidFill>
                  <a:schemeClr val="dk1"/>
                </a:solidFill>
                <a:latin typeface="Calibri"/>
                <a:ea typeface="Calibri"/>
                <a:cs typeface="Calibri"/>
                <a:sym typeface="Calibri"/>
              </a:defRPr>
            </a:lvl2pPr>
            <a:lvl3pPr indent="-1079500" lvl="2" marL="1371600" marR="0" rtl="0" algn="l">
              <a:spcBef>
                <a:spcPts val="2680"/>
              </a:spcBef>
              <a:spcAft>
                <a:spcPts val="0"/>
              </a:spcAft>
              <a:buClr>
                <a:schemeClr val="dk1"/>
              </a:buClr>
              <a:buSzPts val="13400"/>
              <a:buFont typeface="Arial"/>
              <a:buChar char="•"/>
              <a:defRPr b="0" i="0" sz="13400" u="none" cap="none" strike="noStrike">
                <a:solidFill>
                  <a:schemeClr val="dk1"/>
                </a:solidFill>
                <a:latin typeface="Calibri"/>
                <a:ea typeface="Calibri"/>
                <a:cs typeface="Calibri"/>
                <a:sym typeface="Calibri"/>
              </a:defRPr>
            </a:lvl3pPr>
            <a:lvl4pPr indent="-939800" lvl="3" marL="18288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4pPr>
            <a:lvl5pPr indent="-939800" lvl="4" marL="22860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5pPr>
            <a:lvl6pPr indent="-939800" lvl="5" marL="27432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6pPr>
            <a:lvl7pPr indent="-939800" lvl="6" marL="32004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7pPr>
            <a:lvl8pPr indent="-939800" lvl="7" marL="36576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8pPr>
            <a:lvl9pPr indent="-939800" lvl="8" marL="4114800" marR="0" rtl="0" algn="l">
              <a:spcBef>
                <a:spcPts val="224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1645920" y="47460750"/>
            <a:ext cx="7680960" cy="2726267"/>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6700" u="none" cap="none" strike="noStrike">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11247120" y="47460750"/>
            <a:ext cx="10424160" cy="2726267"/>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b="0" i="0" sz="6700" u="none" cap="none" strike="noStrike">
                <a:solidFill>
                  <a:srgbClr val="888888"/>
                </a:solidFill>
                <a:latin typeface="Calibri"/>
                <a:ea typeface="Calibri"/>
                <a:cs typeface="Calibri"/>
                <a:sym typeface="Calibri"/>
              </a:defRPr>
            </a:lvl1pPr>
            <a:lvl2pPr indent="-7620" lvl="1" marL="25603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2pPr>
            <a:lvl3pPr indent="-2540" lvl="2" marL="51206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3pPr>
            <a:lvl4pPr indent="-10159" lvl="3" marL="76809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4pPr>
            <a:lvl5pPr indent="-5080" lvl="4" marL="1024128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5pPr>
            <a:lvl6pPr indent="0" lvl="5" marL="1280160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6pPr>
            <a:lvl7pPr indent="-7619" lvl="6" marL="1536192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7pPr>
            <a:lvl8pPr indent="-2539" lvl="7" marL="1792224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8pPr>
            <a:lvl9pPr indent="-10160" lvl="8" marL="20482560" marR="0" rtl="0" algn="l">
              <a:spcBef>
                <a:spcPts val="0"/>
              </a:spcBef>
              <a:spcAft>
                <a:spcPts val="0"/>
              </a:spcAft>
              <a:buSzPts val="1400"/>
              <a:buNone/>
              <a:defRPr b="0" i="0" sz="101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23591520" y="47460750"/>
            <a:ext cx="7680960" cy="2726267"/>
          </a:xfrm>
          <a:prstGeom prst="rect">
            <a:avLst/>
          </a:prstGeom>
          <a:noFill/>
          <a:ln>
            <a:noFill/>
          </a:ln>
        </p:spPr>
        <p:txBody>
          <a:bodyPr anchorCtr="0" anchor="ctr" bIns="256025" lIns="512050" spcFirstLastPara="1" rIns="512050" wrap="square" tIns="256025">
            <a:noAutofit/>
          </a:bodyPr>
          <a:lstStyle>
            <a:lvl1pPr indent="0" lvl="0" marL="0" marR="0" rtl="0" algn="r">
              <a:spcBef>
                <a:spcPts val="0"/>
              </a:spcBef>
              <a:buNone/>
              <a:defRPr b="0" i="0" sz="6700" u="none" cap="none" strike="noStrike">
                <a:solidFill>
                  <a:srgbClr val="888888"/>
                </a:solidFill>
                <a:latin typeface="Calibri"/>
                <a:ea typeface="Calibri"/>
                <a:cs typeface="Calibri"/>
                <a:sym typeface="Calibri"/>
              </a:defRPr>
            </a:lvl1pPr>
            <a:lvl2pPr indent="0" lvl="1" marL="0" marR="0" rtl="0" algn="r">
              <a:spcBef>
                <a:spcPts val="0"/>
              </a:spcBef>
              <a:buNone/>
              <a:defRPr b="0" i="0" sz="6700" u="none" cap="none" strike="noStrike">
                <a:solidFill>
                  <a:srgbClr val="888888"/>
                </a:solidFill>
                <a:latin typeface="Calibri"/>
                <a:ea typeface="Calibri"/>
                <a:cs typeface="Calibri"/>
                <a:sym typeface="Calibri"/>
              </a:defRPr>
            </a:lvl2pPr>
            <a:lvl3pPr indent="0" lvl="2" marL="0" marR="0" rtl="0" algn="r">
              <a:spcBef>
                <a:spcPts val="0"/>
              </a:spcBef>
              <a:buNone/>
              <a:defRPr b="0" i="0" sz="6700" u="none" cap="none" strike="noStrike">
                <a:solidFill>
                  <a:srgbClr val="888888"/>
                </a:solidFill>
                <a:latin typeface="Calibri"/>
                <a:ea typeface="Calibri"/>
                <a:cs typeface="Calibri"/>
                <a:sym typeface="Calibri"/>
              </a:defRPr>
            </a:lvl3pPr>
            <a:lvl4pPr indent="0" lvl="3" marL="0" marR="0" rtl="0" algn="r">
              <a:spcBef>
                <a:spcPts val="0"/>
              </a:spcBef>
              <a:buNone/>
              <a:defRPr b="0" i="0" sz="6700" u="none" cap="none" strike="noStrike">
                <a:solidFill>
                  <a:srgbClr val="888888"/>
                </a:solidFill>
                <a:latin typeface="Calibri"/>
                <a:ea typeface="Calibri"/>
                <a:cs typeface="Calibri"/>
                <a:sym typeface="Calibri"/>
              </a:defRPr>
            </a:lvl4pPr>
            <a:lvl5pPr indent="0" lvl="4" marL="0" marR="0" rtl="0" algn="r">
              <a:spcBef>
                <a:spcPts val="0"/>
              </a:spcBef>
              <a:buNone/>
              <a:defRPr b="0" i="0" sz="6700" u="none" cap="none" strike="noStrike">
                <a:solidFill>
                  <a:srgbClr val="888888"/>
                </a:solidFill>
                <a:latin typeface="Calibri"/>
                <a:ea typeface="Calibri"/>
                <a:cs typeface="Calibri"/>
                <a:sym typeface="Calibri"/>
              </a:defRPr>
            </a:lvl5pPr>
            <a:lvl6pPr indent="0" lvl="5" marL="0" marR="0" rtl="0" algn="r">
              <a:spcBef>
                <a:spcPts val="0"/>
              </a:spcBef>
              <a:buNone/>
              <a:defRPr b="0" i="0" sz="6700" u="none" cap="none" strike="noStrike">
                <a:solidFill>
                  <a:srgbClr val="888888"/>
                </a:solidFill>
                <a:latin typeface="Calibri"/>
                <a:ea typeface="Calibri"/>
                <a:cs typeface="Calibri"/>
                <a:sym typeface="Calibri"/>
              </a:defRPr>
            </a:lvl6pPr>
            <a:lvl7pPr indent="0" lvl="6" marL="0" marR="0" rtl="0" algn="r">
              <a:spcBef>
                <a:spcPts val="0"/>
              </a:spcBef>
              <a:buNone/>
              <a:defRPr b="0" i="0" sz="6700" u="none" cap="none" strike="noStrike">
                <a:solidFill>
                  <a:srgbClr val="888888"/>
                </a:solidFill>
                <a:latin typeface="Calibri"/>
                <a:ea typeface="Calibri"/>
                <a:cs typeface="Calibri"/>
                <a:sym typeface="Calibri"/>
              </a:defRPr>
            </a:lvl7pPr>
            <a:lvl8pPr indent="0" lvl="7" marL="0" marR="0" rtl="0" algn="r">
              <a:spcBef>
                <a:spcPts val="0"/>
              </a:spcBef>
              <a:buNone/>
              <a:defRPr b="0" i="0" sz="6700" u="none" cap="none" strike="noStrike">
                <a:solidFill>
                  <a:srgbClr val="888888"/>
                </a:solidFill>
                <a:latin typeface="Calibri"/>
                <a:ea typeface="Calibri"/>
                <a:cs typeface="Calibri"/>
                <a:sym typeface="Calibri"/>
              </a:defRPr>
            </a:lvl8pPr>
            <a:lvl9pPr indent="0" lvl="8" marL="0" marR="0" rtl="0" algn="r">
              <a:spcBef>
                <a:spcPts val="0"/>
              </a:spcBef>
              <a:buNone/>
              <a:defRPr b="0" i="0" sz="6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0.png"/><Relationship Id="rId13" Type="http://schemas.openxmlformats.org/officeDocument/2006/relationships/image" Target="../media/image6.png"/><Relationship Id="rId12" Type="http://schemas.openxmlformats.org/officeDocument/2006/relationships/image" Target="../media/image5.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4.png"/><Relationship Id="rId9" Type="http://schemas.openxmlformats.org/officeDocument/2006/relationships/image" Target="../media/image1.png"/><Relationship Id="rId5" Type="http://schemas.openxmlformats.org/officeDocument/2006/relationships/image" Target="../media/image2.jpg"/><Relationship Id="rId6" Type="http://schemas.openxmlformats.org/officeDocument/2006/relationships/image" Target="../media/image3.jpg"/><Relationship Id="rId7" Type="http://schemas.openxmlformats.org/officeDocument/2006/relationships/image" Target="../media/image11.png"/><Relationship Id="rId8"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b="0" l="28550" r="28550" t="0"/>
          <a:stretch/>
        </p:blipFill>
        <p:spPr>
          <a:xfrm>
            <a:off x="0" y="0"/>
            <a:ext cx="32918400" cy="51206398"/>
          </a:xfrm>
          <a:prstGeom prst="rect">
            <a:avLst/>
          </a:prstGeom>
          <a:noFill/>
          <a:ln>
            <a:noFill/>
          </a:ln>
        </p:spPr>
      </p:pic>
      <p:sp>
        <p:nvSpPr>
          <p:cNvPr id="85" name="Google Shape;85;p13"/>
          <p:cNvSpPr txBox="1"/>
          <p:nvPr/>
        </p:nvSpPr>
        <p:spPr>
          <a:xfrm>
            <a:off x="16546300" y="45441700"/>
            <a:ext cx="16067400" cy="5229300"/>
          </a:xfrm>
          <a:prstGeom prst="rect">
            <a:avLst/>
          </a:prstGeom>
          <a:solidFill>
            <a:srgbClr val="FFFFFF">
              <a:alpha val="7619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400">
                <a:solidFill>
                  <a:schemeClr val="dk1"/>
                </a:solidFill>
                <a:latin typeface="Calibri"/>
                <a:ea typeface="Calibri"/>
                <a:cs typeface="Calibri"/>
                <a:sym typeface="Calibri"/>
              </a:rPr>
              <a:t> </a:t>
            </a:r>
            <a:r>
              <a:rPr b="1" lang="en-US" sz="5400">
                <a:solidFill>
                  <a:schemeClr val="dk1"/>
                </a:solidFill>
                <a:latin typeface="Calibri"/>
                <a:ea typeface="Calibri"/>
                <a:cs typeface="Calibri"/>
                <a:sym typeface="Calibri"/>
              </a:rPr>
              <a:t>ACKNOWLEDGMENTS</a:t>
            </a:r>
            <a:endParaRPr sz="4200">
              <a:solidFill>
                <a:schemeClr val="dk1"/>
              </a:solidFill>
              <a:latin typeface="Calibri"/>
              <a:ea typeface="Calibri"/>
              <a:cs typeface="Calibri"/>
              <a:sym typeface="Calibri"/>
            </a:endParaRPr>
          </a:p>
          <a:p>
            <a:pPr indent="-495300" lvl="0" marL="914400" marR="0" rtl="0" algn="l">
              <a:spcBef>
                <a:spcPts val="0"/>
              </a:spcBef>
              <a:spcAft>
                <a:spcPts val="0"/>
              </a:spcAft>
              <a:buClr>
                <a:schemeClr val="dk1"/>
              </a:buClr>
              <a:buSzPts val="4200"/>
              <a:buFont typeface="Calibri"/>
              <a:buChar char="●"/>
            </a:pPr>
            <a:r>
              <a:rPr lang="en-US" sz="4200">
                <a:solidFill>
                  <a:schemeClr val="dk1"/>
                </a:solidFill>
                <a:latin typeface="Calibri"/>
                <a:ea typeface="Calibri"/>
                <a:cs typeface="Calibri"/>
                <a:sym typeface="Calibri"/>
              </a:rPr>
              <a:t>Tacoma Power</a:t>
            </a:r>
            <a:endParaRPr sz="4200">
              <a:solidFill>
                <a:schemeClr val="dk1"/>
              </a:solidFill>
              <a:latin typeface="Calibri"/>
              <a:ea typeface="Calibri"/>
              <a:cs typeface="Calibri"/>
              <a:sym typeface="Calibri"/>
            </a:endParaRPr>
          </a:p>
          <a:p>
            <a:pPr indent="-495300" lvl="0" marL="914400" marR="0" rtl="0" algn="l">
              <a:spcBef>
                <a:spcPts val="0"/>
              </a:spcBef>
              <a:spcAft>
                <a:spcPts val="0"/>
              </a:spcAft>
              <a:buClr>
                <a:schemeClr val="dk1"/>
              </a:buClr>
              <a:buSzPts val="4200"/>
              <a:buFont typeface="Calibri"/>
              <a:buChar char="●"/>
            </a:pPr>
            <a:r>
              <a:rPr lang="en-US" sz="4200">
                <a:solidFill>
                  <a:schemeClr val="dk1"/>
                </a:solidFill>
                <a:latin typeface="Calibri"/>
                <a:ea typeface="Calibri"/>
                <a:cs typeface="Calibri"/>
                <a:sym typeface="Calibri"/>
              </a:rPr>
              <a:t>Gannett Fleming</a:t>
            </a:r>
            <a:endParaRPr sz="4200">
              <a:solidFill>
                <a:schemeClr val="dk1"/>
              </a:solidFill>
              <a:latin typeface="Calibri"/>
              <a:ea typeface="Calibri"/>
              <a:cs typeface="Calibri"/>
              <a:sym typeface="Calibri"/>
            </a:endParaRPr>
          </a:p>
          <a:p>
            <a:pPr indent="-495300" lvl="0" marL="914400" marR="0" rtl="0" algn="l">
              <a:spcBef>
                <a:spcPts val="0"/>
              </a:spcBef>
              <a:spcAft>
                <a:spcPts val="0"/>
              </a:spcAft>
              <a:buClr>
                <a:schemeClr val="dk1"/>
              </a:buClr>
              <a:buSzPts val="4200"/>
              <a:buFont typeface="Calibri"/>
              <a:buChar char="●"/>
            </a:pPr>
            <a:r>
              <a:rPr lang="en-US" sz="4200">
                <a:solidFill>
                  <a:schemeClr val="dk1"/>
                </a:solidFill>
                <a:latin typeface="Calibri"/>
                <a:ea typeface="Calibri"/>
                <a:cs typeface="Calibri"/>
                <a:sym typeface="Calibri"/>
              </a:rPr>
              <a:t>California Department of Water Resources</a:t>
            </a:r>
            <a:endParaRPr sz="4200">
              <a:solidFill>
                <a:schemeClr val="dk1"/>
              </a:solidFill>
              <a:latin typeface="Calibri"/>
              <a:ea typeface="Calibri"/>
              <a:cs typeface="Calibri"/>
              <a:sym typeface="Calibri"/>
            </a:endParaRPr>
          </a:p>
          <a:p>
            <a:pPr indent="-495300" lvl="0" marL="914400" marR="0" rtl="0" algn="l">
              <a:spcBef>
                <a:spcPts val="0"/>
              </a:spcBef>
              <a:spcAft>
                <a:spcPts val="0"/>
              </a:spcAft>
              <a:buClr>
                <a:schemeClr val="dk1"/>
              </a:buClr>
              <a:buSzPts val="4200"/>
              <a:buFont typeface="Calibri"/>
              <a:buChar char="●"/>
            </a:pPr>
            <a:r>
              <a:rPr lang="en-US" sz="4200">
                <a:solidFill>
                  <a:schemeClr val="dk1"/>
                </a:solidFill>
                <a:latin typeface="Calibri"/>
                <a:ea typeface="Calibri"/>
                <a:cs typeface="Calibri"/>
                <a:sym typeface="Calibri"/>
              </a:rPr>
              <a:t>Dr. Robert Hall and Guy Lund</a:t>
            </a:r>
            <a:endParaRPr sz="4200">
              <a:solidFill>
                <a:schemeClr val="dk1"/>
              </a:solidFill>
              <a:latin typeface="Calibri"/>
              <a:ea typeface="Calibri"/>
              <a:cs typeface="Calibri"/>
              <a:sym typeface="Calibri"/>
            </a:endParaRPr>
          </a:p>
          <a:p>
            <a:pPr indent="-495300" lvl="0" marL="914400" marR="0" rtl="0" algn="l">
              <a:spcBef>
                <a:spcPts val="0"/>
              </a:spcBef>
              <a:spcAft>
                <a:spcPts val="0"/>
              </a:spcAft>
              <a:buClr>
                <a:schemeClr val="dk1"/>
              </a:buClr>
              <a:buSzPts val="4200"/>
              <a:buFont typeface="Calibri"/>
              <a:buChar char="●"/>
            </a:pPr>
            <a:r>
              <a:rPr lang="en-US" sz="4200">
                <a:solidFill>
                  <a:schemeClr val="dk1"/>
                </a:solidFill>
                <a:latin typeface="Calibri"/>
                <a:ea typeface="Calibri"/>
                <a:cs typeface="Calibri"/>
                <a:sym typeface="Calibri"/>
              </a:rPr>
              <a:t>De Pietro Fellowship</a:t>
            </a:r>
            <a:endParaRPr sz="4200">
              <a:solidFill>
                <a:schemeClr val="dk1"/>
              </a:solidFill>
              <a:latin typeface="Calibri"/>
              <a:ea typeface="Calibri"/>
              <a:cs typeface="Calibri"/>
              <a:sym typeface="Calibri"/>
            </a:endParaRPr>
          </a:p>
          <a:p>
            <a:pPr indent="-495300" lvl="0" marL="914400" marR="0" rtl="0" algn="l">
              <a:spcBef>
                <a:spcPts val="0"/>
              </a:spcBef>
              <a:spcAft>
                <a:spcPts val="0"/>
              </a:spcAft>
              <a:buClr>
                <a:schemeClr val="dk1"/>
              </a:buClr>
              <a:buSzPts val="4200"/>
              <a:buFont typeface="Calibri"/>
              <a:buChar char="●"/>
            </a:pPr>
            <a:r>
              <a:rPr lang="en-US" sz="4200">
                <a:solidFill>
                  <a:schemeClr val="dk1"/>
                </a:solidFill>
                <a:latin typeface="Calibri"/>
                <a:ea typeface="Calibri"/>
                <a:cs typeface="Calibri"/>
                <a:sym typeface="Calibri"/>
              </a:rPr>
              <a:t>Department of Engineering, Harvey Mudd College</a:t>
            </a:r>
            <a:endParaRPr sz="4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200">
              <a:solidFill>
                <a:schemeClr val="dk1"/>
              </a:solidFill>
              <a:latin typeface="Calibri"/>
              <a:ea typeface="Calibri"/>
              <a:cs typeface="Calibri"/>
              <a:sym typeface="Calibri"/>
            </a:endParaRPr>
          </a:p>
          <a:p>
            <a:pPr indent="0" lvl="0" marL="0" marR="0" rtl="0" algn="l">
              <a:spcBef>
                <a:spcPts val="0"/>
              </a:spcBef>
              <a:spcAft>
                <a:spcPts val="0"/>
              </a:spcAft>
              <a:buNone/>
            </a:pPr>
            <a:r>
              <a:t/>
            </a:r>
            <a:endParaRPr/>
          </a:p>
        </p:txBody>
      </p:sp>
      <p:sp>
        <p:nvSpPr>
          <p:cNvPr id="86" name="Google Shape;86;p13"/>
          <p:cNvSpPr txBox="1"/>
          <p:nvPr/>
        </p:nvSpPr>
        <p:spPr>
          <a:xfrm>
            <a:off x="16546300" y="37767700"/>
            <a:ext cx="16067400" cy="7327800"/>
          </a:xfrm>
          <a:prstGeom prst="rect">
            <a:avLst/>
          </a:prstGeom>
          <a:solidFill>
            <a:srgbClr val="FFFFFF">
              <a:alpha val="76190"/>
            </a:srgbClr>
          </a:solidFill>
          <a:ln cap="flat" cmpd="sng" w="9525">
            <a:solidFill>
              <a:srgbClr val="000000">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457200" marR="0" rtl="0" algn="just">
              <a:spcBef>
                <a:spcPts val="0"/>
              </a:spcBef>
              <a:spcAft>
                <a:spcPts val="0"/>
              </a:spcAft>
              <a:buNone/>
            </a:pPr>
            <a:r>
              <a:t/>
            </a:r>
            <a:endParaRPr/>
          </a:p>
        </p:txBody>
      </p:sp>
      <p:sp>
        <p:nvSpPr>
          <p:cNvPr id="87" name="Google Shape;87;p13"/>
          <p:cNvSpPr txBox="1"/>
          <p:nvPr/>
        </p:nvSpPr>
        <p:spPr>
          <a:xfrm>
            <a:off x="16546325" y="37767700"/>
            <a:ext cx="16067400" cy="60939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lang="en-US" sz="5400">
                <a:solidFill>
                  <a:schemeClr val="dk1"/>
                </a:solidFill>
                <a:latin typeface="Calibri"/>
                <a:ea typeface="Calibri"/>
                <a:cs typeface="Calibri"/>
                <a:sym typeface="Calibri"/>
              </a:rPr>
              <a:t> </a:t>
            </a:r>
            <a:r>
              <a:rPr b="1" lang="en-US" sz="5400">
                <a:solidFill>
                  <a:schemeClr val="dk1"/>
                </a:solidFill>
                <a:latin typeface="Calibri"/>
                <a:ea typeface="Calibri"/>
                <a:cs typeface="Calibri"/>
                <a:sym typeface="Calibri"/>
              </a:rPr>
              <a:t>VALUE ADDED</a:t>
            </a:r>
            <a:endParaRPr/>
          </a:p>
          <a:p>
            <a:pPr indent="0" lvl="0" marL="457200" marR="0" rtl="0" algn="l">
              <a:spcBef>
                <a:spcPts val="0"/>
              </a:spcBef>
              <a:spcAft>
                <a:spcPts val="0"/>
              </a:spcAft>
              <a:buNone/>
            </a:pPr>
            <a:r>
              <a:rPr lang="en-US" sz="4200">
                <a:solidFill>
                  <a:schemeClr val="dk1"/>
                </a:solidFill>
                <a:latin typeface="Calibri"/>
                <a:ea typeface="Calibri"/>
                <a:cs typeface="Calibri"/>
                <a:sym typeface="Calibri"/>
              </a:rPr>
              <a:t>As America’s infrastructure ages, assessing the condition of large structures such as dams is more important than ever. Our research allows dam owners and regulators to assess seismic risk for a dam based on experimental data rather than computational finite element models (FEMs). The combination of PBT and a system’s perspectives allows the </a:t>
            </a:r>
            <a:r>
              <a:rPr lang="en-US" sz="4200">
                <a:solidFill>
                  <a:schemeClr val="dk1"/>
                </a:solidFill>
                <a:latin typeface="Calibri"/>
                <a:ea typeface="Calibri"/>
                <a:cs typeface="Calibri"/>
                <a:sym typeface="Calibri"/>
              </a:rPr>
              <a:t>analyst</a:t>
            </a:r>
            <a:r>
              <a:rPr lang="en-US" sz="4200">
                <a:solidFill>
                  <a:schemeClr val="dk1"/>
                </a:solidFill>
                <a:latin typeface="Calibri"/>
                <a:ea typeface="Calibri"/>
                <a:cs typeface="Calibri"/>
                <a:sym typeface="Calibri"/>
              </a:rPr>
              <a:t> to have a better understanding of the dam’s behavior, resulting in better confidence on </a:t>
            </a:r>
            <a:r>
              <a:rPr lang="en-US" sz="4200">
                <a:solidFill>
                  <a:schemeClr val="dk1"/>
                </a:solidFill>
                <a:latin typeface="Calibri"/>
                <a:ea typeface="Calibri"/>
                <a:cs typeface="Calibri"/>
                <a:sym typeface="Calibri"/>
              </a:rPr>
              <a:t>interpreting</a:t>
            </a:r>
            <a:r>
              <a:rPr lang="en-US" sz="4200">
                <a:solidFill>
                  <a:schemeClr val="dk1"/>
                </a:solidFill>
                <a:latin typeface="Calibri"/>
                <a:ea typeface="Calibri"/>
                <a:cs typeface="Calibri"/>
                <a:sym typeface="Calibri"/>
              </a:rPr>
              <a:t> and predicting future behavior. In addition, PBT can be conducted periodically and the results can be monitored to provide insight into the dam’s condition over time. </a:t>
            </a:r>
            <a:endParaRPr/>
          </a:p>
        </p:txBody>
      </p:sp>
      <p:sp>
        <p:nvSpPr>
          <p:cNvPr id="88" name="Google Shape;88;p13"/>
          <p:cNvSpPr txBox="1"/>
          <p:nvPr/>
        </p:nvSpPr>
        <p:spPr>
          <a:xfrm>
            <a:off x="16546200" y="27012425"/>
            <a:ext cx="16067400" cy="10441800"/>
          </a:xfrm>
          <a:prstGeom prst="rect">
            <a:avLst/>
          </a:prstGeom>
          <a:solidFill>
            <a:srgbClr val="FFFFFF">
              <a:alpha val="7619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400">
                <a:solidFill>
                  <a:schemeClr val="dk1"/>
                </a:solidFill>
                <a:latin typeface="Calibri"/>
                <a:ea typeface="Calibri"/>
                <a:cs typeface="Calibri"/>
                <a:sym typeface="Calibri"/>
              </a:rPr>
              <a:t>EMBANKMENT TESTING AND BEHAVIOR</a:t>
            </a:r>
            <a:endParaRPr b="1" sz="5400">
              <a:solidFill>
                <a:schemeClr val="dk1"/>
              </a:solidFill>
              <a:latin typeface="Calibri"/>
              <a:ea typeface="Calibri"/>
              <a:cs typeface="Calibri"/>
              <a:sym typeface="Calibri"/>
            </a:endParaRPr>
          </a:p>
          <a:p>
            <a:pPr indent="0" lvl="0" marL="457200" rtl="0" algn="l">
              <a:spcBef>
                <a:spcPts val="0"/>
              </a:spcBef>
              <a:spcAft>
                <a:spcPts val="0"/>
              </a:spcAft>
              <a:buSzPts val="1100"/>
              <a:buNone/>
            </a:pPr>
            <a:r>
              <a:rPr lang="en-US" sz="4200">
                <a:solidFill>
                  <a:schemeClr val="dk1"/>
                </a:solidFill>
                <a:latin typeface="Calibri"/>
                <a:ea typeface="Calibri"/>
                <a:cs typeface="Calibri"/>
                <a:sym typeface="Calibri"/>
              </a:rPr>
              <a:t>Testing procedures were developed to be </a:t>
            </a:r>
            <a:endParaRPr sz="4200">
              <a:solidFill>
                <a:schemeClr val="dk1"/>
              </a:solidFill>
              <a:latin typeface="Calibri"/>
              <a:ea typeface="Calibri"/>
              <a:cs typeface="Calibri"/>
              <a:sym typeface="Calibri"/>
            </a:endParaRPr>
          </a:p>
          <a:p>
            <a:pPr indent="0" lvl="0" marL="457200" rtl="0" algn="l">
              <a:spcBef>
                <a:spcPts val="0"/>
              </a:spcBef>
              <a:spcAft>
                <a:spcPts val="0"/>
              </a:spcAft>
              <a:buSzPts val="1100"/>
              <a:buNone/>
            </a:pPr>
            <a:r>
              <a:rPr lang="en-US" sz="4200">
                <a:solidFill>
                  <a:schemeClr val="dk1"/>
                </a:solidFill>
                <a:latin typeface="Calibri"/>
                <a:ea typeface="Calibri"/>
                <a:cs typeface="Calibri"/>
                <a:sym typeface="Calibri"/>
              </a:rPr>
              <a:t>able to apply our performance-based </a:t>
            </a:r>
            <a:endParaRPr sz="4200">
              <a:solidFill>
                <a:schemeClr val="dk1"/>
              </a:solidFill>
              <a:latin typeface="Calibri"/>
              <a:ea typeface="Calibri"/>
              <a:cs typeface="Calibri"/>
              <a:sym typeface="Calibri"/>
            </a:endParaRPr>
          </a:p>
          <a:p>
            <a:pPr indent="0" lvl="0" marL="457200" rtl="0" algn="l">
              <a:spcBef>
                <a:spcPts val="0"/>
              </a:spcBef>
              <a:spcAft>
                <a:spcPts val="0"/>
              </a:spcAft>
              <a:buSzPts val="1100"/>
              <a:buNone/>
            </a:pPr>
            <a:r>
              <a:rPr lang="en-US" sz="4200">
                <a:solidFill>
                  <a:schemeClr val="dk1"/>
                </a:solidFill>
                <a:latin typeface="Calibri"/>
                <a:ea typeface="Calibri"/>
                <a:cs typeface="Calibri"/>
                <a:sym typeface="Calibri"/>
              </a:rPr>
              <a:t>evaluation techniques to the embankment </a:t>
            </a:r>
            <a:endParaRPr sz="4200">
              <a:solidFill>
                <a:schemeClr val="dk1"/>
              </a:solidFill>
              <a:latin typeface="Calibri"/>
              <a:ea typeface="Calibri"/>
              <a:cs typeface="Calibri"/>
              <a:sym typeface="Calibri"/>
            </a:endParaRPr>
          </a:p>
          <a:p>
            <a:pPr indent="0" lvl="0" marL="457200" rtl="0" algn="l">
              <a:spcBef>
                <a:spcPts val="0"/>
              </a:spcBef>
              <a:spcAft>
                <a:spcPts val="0"/>
              </a:spcAft>
              <a:buSzPts val="1100"/>
              <a:buNone/>
            </a:pPr>
            <a:r>
              <a:rPr lang="en-US" sz="4200">
                <a:solidFill>
                  <a:schemeClr val="dk1"/>
                </a:solidFill>
                <a:latin typeface="Calibri"/>
                <a:ea typeface="Calibri"/>
                <a:cs typeface="Calibri"/>
                <a:sym typeface="Calibri"/>
              </a:rPr>
              <a:t>section of the dam. As such, five placement</a:t>
            </a:r>
            <a:endParaRPr sz="4200">
              <a:solidFill>
                <a:schemeClr val="dk1"/>
              </a:solidFill>
              <a:latin typeface="Calibri"/>
              <a:ea typeface="Calibri"/>
              <a:cs typeface="Calibri"/>
              <a:sym typeface="Calibri"/>
            </a:endParaRPr>
          </a:p>
          <a:p>
            <a:pPr indent="0" lvl="0" marL="457200" rtl="0" algn="l">
              <a:spcBef>
                <a:spcPts val="0"/>
              </a:spcBef>
              <a:spcAft>
                <a:spcPts val="0"/>
              </a:spcAft>
              <a:buSzPts val="1100"/>
              <a:buNone/>
            </a:pPr>
            <a:r>
              <a:rPr lang="en-US" sz="4200">
                <a:solidFill>
                  <a:schemeClr val="dk1"/>
                </a:solidFill>
                <a:latin typeface="Calibri"/>
                <a:ea typeface="Calibri"/>
                <a:cs typeface="Calibri"/>
                <a:sym typeface="Calibri"/>
              </a:rPr>
              <a:t>locations were developed, with four-foot </a:t>
            </a:r>
            <a:endParaRPr sz="4200">
              <a:solidFill>
                <a:schemeClr val="dk1"/>
              </a:solidFill>
              <a:latin typeface="Calibri"/>
              <a:ea typeface="Calibri"/>
              <a:cs typeface="Calibri"/>
              <a:sym typeface="Calibri"/>
            </a:endParaRPr>
          </a:p>
          <a:p>
            <a:pPr indent="0" lvl="0" marL="457200" rtl="0" algn="l">
              <a:spcBef>
                <a:spcPts val="0"/>
              </a:spcBef>
              <a:spcAft>
                <a:spcPts val="0"/>
              </a:spcAft>
              <a:buSzPts val="1100"/>
              <a:buNone/>
            </a:pPr>
            <a:r>
              <a:rPr lang="en-US" sz="4200">
                <a:solidFill>
                  <a:schemeClr val="dk1"/>
                </a:solidFill>
                <a:latin typeface="Calibri"/>
                <a:ea typeface="Calibri"/>
                <a:cs typeface="Calibri"/>
                <a:sym typeface="Calibri"/>
              </a:rPr>
              <a:t>steel rods being driven into the ground with </a:t>
            </a:r>
            <a:endParaRPr sz="4200">
              <a:solidFill>
                <a:schemeClr val="dk1"/>
              </a:solidFill>
              <a:latin typeface="Calibri"/>
              <a:ea typeface="Calibri"/>
              <a:cs typeface="Calibri"/>
              <a:sym typeface="Calibri"/>
            </a:endParaRPr>
          </a:p>
          <a:p>
            <a:pPr indent="0" lvl="0" marL="457200" rtl="0" algn="l">
              <a:spcBef>
                <a:spcPts val="0"/>
              </a:spcBef>
              <a:spcAft>
                <a:spcPts val="0"/>
              </a:spcAft>
              <a:buSzPts val="1100"/>
              <a:buNone/>
            </a:pPr>
            <a:r>
              <a:rPr lang="en-US" sz="4200">
                <a:solidFill>
                  <a:schemeClr val="dk1"/>
                </a:solidFill>
                <a:latin typeface="Calibri"/>
                <a:ea typeface="Calibri"/>
                <a:cs typeface="Calibri"/>
                <a:sym typeface="Calibri"/>
              </a:rPr>
              <a:t>level metal plates being attached. Data </a:t>
            </a:r>
            <a:endParaRPr sz="4200">
              <a:solidFill>
                <a:schemeClr val="dk1"/>
              </a:solidFill>
              <a:latin typeface="Calibri"/>
              <a:ea typeface="Calibri"/>
              <a:cs typeface="Calibri"/>
              <a:sym typeface="Calibri"/>
            </a:endParaRPr>
          </a:p>
          <a:p>
            <a:pPr indent="0" lvl="0" marL="457200" rtl="0" algn="l">
              <a:spcBef>
                <a:spcPts val="0"/>
              </a:spcBef>
              <a:spcAft>
                <a:spcPts val="0"/>
              </a:spcAft>
              <a:buSzPts val="1100"/>
              <a:buNone/>
            </a:pPr>
            <a:r>
              <a:rPr lang="en-US" sz="4200">
                <a:solidFill>
                  <a:schemeClr val="dk1"/>
                </a:solidFill>
                <a:latin typeface="Calibri"/>
                <a:ea typeface="Calibri"/>
                <a:cs typeface="Calibri"/>
                <a:sym typeface="Calibri"/>
              </a:rPr>
              <a:t>acquisition</a:t>
            </a:r>
            <a:r>
              <a:rPr lang="en-US" sz="4200">
                <a:solidFill>
                  <a:schemeClr val="dk1"/>
                </a:solidFill>
                <a:latin typeface="Calibri"/>
                <a:ea typeface="Calibri"/>
                <a:cs typeface="Calibri"/>
                <a:sym typeface="Calibri"/>
              </a:rPr>
              <a:t> </a:t>
            </a:r>
            <a:r>
              <a:rPr lang="en-US" sz="4200">
                <a:solidFill>
                  <a:schemeClr val="dk1"/>
                </a:solidFill>
                <a:latin typeface="Calibri"/>
                <a:ea typeface="Calibri"/>
                <a:cs typeface="Calibri"/>
                <a:sym typeface="Calibri"/>
              </a:rPr>
              <a:t>similar</a:t>
            </a:r>
            <a:r>
              <a:rPr lang="en-US" sz="4200">
                <a:solidFill>
                  <a:schemeClr val="dk1"/>
                </a:solidFill>
                <a:latin typeface="Calibri"/>
                <a:ea typeface="Calibri"/>
                <a:cs typeface="Calibri"/>
                <a:sym typeface="Calibri"/>
              </a:rPr>
              <a:t> to that of other areas </a:t>
            </a:r>
            <a:endParaRPr sz="4200">
              <a:solidFill>
                <a:schemeClr val="dk1"/>
              </a:solidFill>
              <a:latin typeface="Calibri"/>
              <a:ea typeface="Calibri"/>
              <a:cs typeface="Calibri"/>
              <a:sym typeface="Calibri"/>
            </a:endParaRPr>
          </a:p>
          <a:p>
            <a:pPr indent="0" lvl="0" marL="457200" rtl="0" algn="l">
              <a:spcBef>
                <a:spcPts val="0"/>
              </a:spcBef>
              <a:spcAft>
                <a:spcPts val="0"/>
              </a:spcAft>
              <a:buSzPts val="1100"/>
              <a:buNone/>
            </a:pPr>
            <a:r>
              <a:rPr lang="en-US" sz="4200">
                <a:solidFill>
                  <a:schemeClr val="dk1"/>
                </a:solidFill>
                <a:latin typeface="Calibri"/>
                <a:ea typeface="Calibri"/>
                <a:cs typeface="Calibri"/>
                <a:sym typeface="Calibri"/>
              </a:rPr>
              <a:t>was </a:t>
            </a:r>
            <a:r>
              <a:rPr lang="en-US" sz="4200">
                <a:solidFill>
                  <a:schemeClr val="dk1"/>
                </a:solidFill>
                <a:latin typeface="Calibri"/>
                <a:ea typeface="Calibri"/>
                <a:cs typeface="Calibri"/>
                <a:sym typeface="Calibri"/>
              </a:rPr>
              <a:t>achieved</a:t>
            </a:r>
            <a:r>
              <a:rPr lang="en-US" sz="4200">
                <a:solidFill>
                  <a:schemeClr val="dk1"/>
                </a:solidFill>
                <a:latin typeface="Calibri"/>
                <a:ea typeface="Calibri"/>
                <a:cs typeface="Calibri"/>
                <a:sym typeface="Calibri"/>
              </a:rPr>
              <a:t>, with data showing energy </a:t>
            </a:r>
            <a:endParaRPr sz="4200">
              <a:solidFill>
                <a:schemeClr val="dk1"/>
              </a:solidFill>
              <a:latin typeface="Calibri"/>
              <a:ea typeface="Calibri"/>
              <a:cs typeface="Calibri"/>
              <a:sym typeface="Calibri"/>
            </a:endParaRPr>
          </a:p>
          <a:p>
            <a:pPr indent="0" lvl="0" marL="457200" rtl="0" algn="l">
              <a:spcBef>
                <a:spcPts val="0"/>
              </a:spcBef>
              <a:spcAft>
                <a:spcPts val="0"/>
              </a:spcAft>
              <a:buSzPts val="1100"/>
              <a:buNone/>
            </a:pPr>
            <a:r>
              <a:rPr lang="en-US" sz="4200">
                <a:solidFill>
                  <a:schemeClr val="dk1"/>
                </a:solidFill>
                <a:latin typeface="Calibri"/>
                <a:ea typeface="Calibri"/>
                <a:cs typeface="Calibri"/>
                <a:sym typeface="Calibri"/>
              </a:rPr>
              <a:t>dissipation into the embankment sections. </a:t>
            </a:r>
            <a:endParaRPr sz="4200">
              <a:solidFill>
                <a:schemeClr val="dk1"/>
              </a:solidFill>
              <a:latin typeface="Calibri"/>
              <a:ea typeface="Calibri"/>
              <a:cs typeface="Calibri"/>
              <a:sym typeface="Calibri"/>
            </a:endParaRPr>
          </a:p>
          <a:p>
            <a:pPr indent="0" lvl="0" marL="457200" rtl="0" algn="l">
              <a:spcBef>
                <a:spcPts val="0"/>
              </a:spcBef>
              <a:spcAft>
                <a:spcPts val="0"/>
              </a:spcAft>
              <a:buSzPts val="1100"/>
              <a:buNone/>
            </a:pPr>
            <a:r>
              <a:rPr lang="en-US" sz="4200">
                <a:solidFill>
                  <a:schemeClr val="dk1"/>
                </a:solidFill>
                <a:latin typeface="Calibri"/>
                <a:ea typeface="Calibri"/>
                <a:cs typeface="Calibri"/>
                <a:sym typeface="Calibri"/>
              </a:rPr>
              <a:t>Further development of embankment </a:t>
            </a:r>
            <a:endParaRPr sz="4200">
              <a:solidFill>
                <a:schemeClr val="dk1"/>
              </a:solidFill>
              <a:latin typeface="Calibri"/>
              <a:ea typeface="Calibri"/>
              <a:cs typeface="Calibri"/>
              <a:sym typeface="Calibri"/>
            </a:endParaRPr>
          </a:p>
          <a:p>
            <a:pPr indent="0" lvl="0" marL="457200" rtl="0" algn="l">
              <a:spcBef>
                <a:spcPts val="0"/>
              </a:spcBef>
              <a:spcAft>
                <a:spcPts val="0"/>
              </a:spcAft>
              <a:buSzPts val="1100"/>
              <a:buNone/>
            </a:pPr>
            <a:r>
              <a:rPr lang="en-US" sz="4200">
                <a:solidFill>
                  <a:schemeClr val="dk1"/>
                </a:solidFill>
                <a:latin typeface="Calibri"/>
                <a:ea typeface="Calibri"/>
                <a:cs typeface="Calibri"/>
                <a:sym typeface="Calibri"/>
              </a:rPr>
              <a:t>procedures is </a:t>
            </a:r>
            <a:r>
              <a:rPr lang="en-US" sz="4200">
                <a:solidFill>
                  <a:schemeClr val="dk1"/>
                </a:solidFill>
                <a:latin typeface="Calibri"/>
                <a:ea typeface="Calibri"/>
                <a:cs typeface="Calibri"/>
                <a:sym typeface="Calibri"/>
              </a:rPr>
              <a:t>necessary, but two things are certain: performance based evaluation methods can be applied to embankment sections of dams, and during a large loading event, the embankment section would absorb much of the energy dissipated.</a:t>
            </a:r>
            <a:endParaRPr sz="4200">
              <a:solidFill>
                <a:schemeClr val="dk1"/>
              </a:solidFill>
              <a:latin typeface="Calibri"/>
              <a:ea typeface="Calibri"/>
              <a:cs typeface="Calibri"/>
              <a:sym typeface="Calibri"/>
            </a:endParaRPr>
          </a:p>
        </p:txBody>
      </p:sp>
      <p:sp>
        <p:nvSpPr>
          <p:cNvPr id="89" name="Google Shape;89;p13"/>
          <p:cNvSpPr txBox="1"/>
          <p:nvPr/>
        </p:nvSpPr>
        <p:spPr>
          <a:xfrm>
            <a:off x="16546200" y="5246575"/>
            <a:ext cx="16067400" cy="21231300"/>
          </a:xfrm>
          <a:prstGeom prst="rect">
            <a:avLst/>
          </a:prstGeom>
          <a:solidFill>
            <a:srgbClr val="FFFFFF">
              <a:alpha val="7619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5400">
              <a:solidFill>
                <a:schemeClr val="dk1"/>
              </a:solidFill>
              <a:latin typeface="Calibri"/>
              <a:ea typeface="Calibri"/>
              <a:cs typeface="Calibri"/>
              <a:sym typeface="Calibri"/>
            </a:endParaRPr>
          </a:p>
          <a:p>
            <a:pPr indent="0" lvl="0" marL="0" rtl="0" algn="just">
              <a:spcBef>
                <a:spcPts val="0"/>
              </a:spcBef>
              <a:spcAft>
                <a:spcPts val="0"/>
              </a:spcAft>
              <a:buNone/>
            </a:pPr>
            <a:r>
              <a:t/>
            </a:r>
            <a:endParaRPr i="1" sz="3600">
              <a:solidFill>
                <a:schemeClr val="dk1"/>
              </a:solidFill>
              <a:latin typeface="Calibri"/>
              <a:ea typeface="Calibri"/>
              <a:cs typeface="Calibri"/>
              <a:sym typeface="Calibri"/>
            </a:endParaRPr>
          </a:p>
          <a:p>
            <a:pPr indent="0" lvl="0" marL="0" rtl="0" algn="just">
              <a:spcBef>
                <a:spcPts val="0"/>
              </a:spcBef>
              <a:spcAft>
                <a:spcPts val="0"/>
              </a:spcAft>
              <a:buNone/>
            </a:pPr>
            <a:r>
              <a:t/>
            </a:r>
            <a:endParaRPr i="1" sz="3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4200">
              <a:solidFill>
                <a:schemeClr val="dk1"/>
              </a:solidFill>
              <a:latin typeface="Calibri"/>
              <a:ea typeface="Calibri"/>
              <a:cs typeface="Calibri"/>
              <a:sym typeface="Calibri"/>
            </a:endParaRPr>
          </a:p>
        </p:txBody>
      </p:sp>
      <p:sp>
        <p:nvSpPr>
          <p:cNvPr id="90" name="Google Shape;90;p13"/>
          <p:cNvSpPr txBox="1"/>
          <p:nvPr/>
        </p:nvSpPr>
        <p:spPr>
          <a:xfrm>
            <a:off x="16546200" y="5217150"/>
            <a:ext cx="16067400" cy="21260700"/>
          </a:xfrm>
          <a:prstGeom prst="rect">
            <a:avLst/>
          </a:pr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400">
                <a:solidFill>
                  <a:schemeClr val="dk1"/>
                </a:solidFill>
                <a:latin typeface="Calibri"/>
                <a:ea typeface="Calibri"/>
                <a:cs typeface="Calibri"/>
                <a:sym typeface="Calibri"/>
              </a:rPr>
              <a:t>DAM FOUNDATION INTERACTIONS AND SEISMIC DISPLACEMENTS</a:t>
            </a:r>
            <a:endParaRPr b="1" sz="5400">
              <a:solidFill>
                <a:schemeClr val="dk1"/>
              </a:solidFill>
              <a:latin typeface="Calibri"/>
              <a:ea typeface="Calibri"/>
              <a:cs typeface="Calibri"/>
              <a:sym typeface="Calibri"/>
            </a:endParaRPr>
          </a:p>
          <a:p>
            <a:pPr indent="0" lvl="0" marL="457200" marR="0" rtl="0" algn="just">
              <a:spcBef>
                <a:spcPts val="0"/>
              </a:spcBef>
              <a:spcAft>
                <a:spcPts val="0"/>
              </a:spcAft>
              <a:buNone/>
            </a:pPr>
            <a:r>
              <a:rPr lang="en-US" sz="4200">
                <a:solidFill>
                  <a:schemeClr val="dk1"/>
                </a:solidFill>
                <a:latin typeface="Calibri"/>
                <a:ea typeface="Calibri"/>
                <a:cs typeface="Calibri"/>
                <a:sym typeface="Calibri"/>
              </a:rPr>
              <a:t>T</a:t>
            </a:r>
            <a:r>
              <a:rPr lang="en-US" sz="4200">
                <a:solidFill>
                  <a:schemeClr val="dk1"/>
                </a:solidFill>
                <a:latin typeface="Calibri"/>
                <a:ea typeface="Calibri"/>
                <a:cs typeface="Calibri"/>
                <a:sym typeface="Calibri"/>
              </a:rPr>
              <a:t>wo points on a dam can be represented by a Frequency Response Function (FRF)</a:t>
            </a:r>
            <a:r>
              <a:rPr lang="en-US" sz="4200">
                <a:solidFill>
                  <a:srgbClr val="000000"/>
                </a:solidFill>
                <a:latin typeface="Calibri"/>
                <a:ea typeface="Calibri"/>
                <a:cs typeface="Calibri"/>
                <a:sym typeface="Calibri"/>
              </a:rPr>
              <a:t>. </a:t>
            </a:r>
            <a:r>
              <a:rPr lang="en-US" sz="4200">
                <a:solidFill>
                  <a:schemeClr val="dk1"/>
                </a:solidFill>
                <a:latin typeface="Calibri"/>
                <a:ea typeface="Calibri"/>
                <a:cs typeface="Calibri"/>
                <a:sym typeface="Calibri"/>
              </a:rPr>
              <a:t>Using an input along the foundation interface of the dam and an output on the center of the crest, a dam-foundation interaction (DFI) indicator is created, as seen in Fig. 7. </a:t>
            </a:r>
            <a:endParaRPr sz="4200">
              <a:solidFill>
                <a:schemeClr val="dk1"/>
              </a:solidFill>
              <a:latin typeface="Calibri"/>
              <a:ea typeface="Calibri"/>
              <a:cs typeface="Calibri"/>
              <a:sym typeface="Calibri"/>
            </a:endParaRPr>
          </a:p>
          <a:p>
            <a:pPr indent="0" lvl="0" marL="457200" rtl="0" algn="l">
              <a:spcBef>
                <a:spcPts val="0"/>
              </a:spcBef>
              <a:spcAft>
                <a:spcPts val="0"/>
              </a:spcAft>
              <a:buSzPts val="1100"/>
              <a:buNone/>
            </a:pPr>
            <a:r>
              <a:t/>
            </a:r>
            <a:endParaRPr sz="4000">
              <a:solidFill>
                <a:schemeClr val="dk1"/>
              </a:solidFill>
              <a:latin typeface="Calibri"/>
              <a:ea typeface="Calibri"/>
              <a:cs typeface="Calibri"/>
              <a:sym typeface="Calibri"/>
            </a:endParaRPr>
          </a:p>
          <a:p>
            <a:pPr indent="0" lvl="0" marL="457200" rtl="0" algn="l">
              <a:spcBef>
                <a:spcPts val="0"/>
              </a:spcBef>
              <a:spcAft>
                <a:spcPts val="0"/>
              </a:spcAft>
              <a:buSzPts val="1100"/>
              <a:buNone/>
            </a:pPr>
            <a:r>
              <a:t/>
            </a:r>
            <a:endParaRPr sz="4000">
              <a:solidFill>
                <a:schemeClr val="dk1"/>
              </a:solidFill>
              <a:latin typeface="Calibri"/>
              <a:ea typeface="Calibri"/>
              <a:cs typeface="Calibri"/>
              <a:sym typeface="Calibri"/>
            </a:endParaRPr>
          </a:p>
          <a:p>
            <a:pPr indent="0" lvl="0" marL="457200" rtl="0" algn="l">
              <a:spcBef>
                <a:spcPts val="0"/>
              </a:spcBef>
              <a:spcAft>
                <a:spcPts val="0"/>
              </a:spcAft>
              <a:buSzPts val="1100"/>
              <a:buNone/>
            </a:pPr>
            <a:r>
              <a:t/>
            </a:r>
            <a:endParaRPr sz="4000">
              <a:solidFill>
                <a:schemeClr val="dk1"/>
              </a:solidFill>
              <a:latin typeface="Calibri"/>
              <a:ea typeface="Calibri"/>
              <a:cs typeface="Calibri"/>
              <a:sym typeface="Calibri"/>
            </a:endParaRPr>
          </a:p>
          <a:p>
            <a:pPr indent="0" lvl="0" marL="457200" rtl="0" algn="l">
              <a:spcBef>
                <a:spcPts val="0"/>
              </a:spcBef>
              <a:spcAft>
                <a:spcPts val="0"/>
              </a:spcAft>
              <a:buSzPts val="1100"/>
              <a:buNone/>
            </a:pPr>
            <a:r>
              <a:t/>
            </a:r>
            <a:endParaRPr sz="4000">
              <a:solidFill>
                <a:schemeClr val="dk1"/>
              </a:solidFill>
              <a:latin typeface="Calibri"/>
              <a:ea typeface="Calibri"/>
              <a:cs typeface="Calibri"/>
              <a:sym typeface="Calibri"/>
            </a:endParaRPr>
          </a:p>
          <a:p>
            <a:pPr indent="0" lvl="0" marL="457200" rtl="0" algn="l">
              <a:spcBef>
                <a:spcPts val="0"/>
              </a:spcBef>
              <a:spcAft>
                <a:spcPts val="0"/>
              </a:spcAft>
              <a:buClr>
                <a:schemeClr val="dk1"/>
              </a:buClr>
              <a:buSzPts val="1100"/>
              <a:buFont typeface="Arial"/>
              <a:buNone/>
            </a:pPr>
            <a:r>
              <a:t/>
            </a:r>
            <a:endParaRPr sz="4000">
              <a:solidFill>
                <a:schemeClr val="dk1"/>
              </a:solidFill>
              <a:latin typeface="Calibri"/>
              <a:ea typeface="Calibri"/>
              <a:cs typeface="Calibri"/>
              <a:sym typeface="Calibri"/>
            </a:endParaRPr>
          </a:p>
          <a:p>
            <a:pPr indent="0" lvl="0" marL="457200" marR="0" rtl="0" algn="just">
              <a:spcBef>
                <a:spcPts val="0"/>
              </a:spcBef>
              <a:spcAft>
                <a:spcPts val="0"/>
              </a:spcAft>
              <a:buNone/>
            </a:pPr>
            <a:r>
              <a:t/>
            </a:r>
            <a:endParaRPr sz="4200">
              <a:latin typeface="Calibri"/>
              <a:ea typeface="Calibri"/>
              <a:cs typeface="Calibri"/>
              <a:sym typeface="Calibri"/>
            </a:endParaRPr>
          </a:p>
          <a:p>
            <a:pPr indent="0" lvl="0" marL="457200" marR="0" rtl="0" algn="just">
              <a:spcBef>
                <a:spcPts val="0"/>
              </a:spcBef>
              <a:spcAft>
                <a:spcPts val="0"/>
              </a:spcAft>
              <a:buNone/>
            </a:pPr>
            <a:r>
              <a:t/>
            </a:r>
            <a:endParaRPr sz="4200">
              <a:latin typeface="Calibri"/>
              <a:ea typeface="Calibri"/>
              <a:cs typeface="Calibri"/>
              <a:sym typeface="Calibri"/>
            </a:endParaRPr>
          </a:p>
          <a:p>
            <a:pPr indent="0" lvl="0" marL="457200" marR="0" rtl="0" algn="just">
              <a:spcBef>
                <a:spcPts val="0"/>
              </a:spcBef>
              <a:spcAft>
                <a:spcPts val="0"/>
              </a:spcAft>
              <a:buNone/>
            </a:pPr>
            <a:r>
              <a:t/>
            </a:r>
            <a:endParaRPr sz="4200">
              <a:latin typeface="Calibri"/>
              <a:ea typeface="Calibri"/>
              <a:cs typeface="Calibri"/>
              <a:sym typeface="Calibri"/>
            </a:endParaRPr>
          </a:p>
          <a:p>
            <a:pPr indent="0" lvl="0" marL="0" marR="0" rtl="0" algn="just">
              <a:spcBef>
                <a:spcPts val="0"/>
              </a:spcBef>
              <a:spcAft>
                <a:spcPts val="0"/>
              </a:spcAft>
              <a:buNone/>
            </a:pPr>
            <a:r>
              <a:t/>
            </a:r>
            <a:endParaRPr sz="4200">
              <a:latin typeface="Calibri"/>
              <a:ea typeface="Calibri"/>
              <a:cs typeface="Calibri"/>
              <a:sym typeface="Calibri"/>
            </a:endParaRPr>
          </a:p>
          <a:p>
            <a:pPr indent="0" lvl="0" marL="0" marR="0" rtl="0" algn="just">
              <a:spcBef>
                <a:spcPts val="0"/>
              </a:spcBef>
              <a:spcAft>
                <a:spcPts val="0"/>
              </a:spcAft>
              <a:buNone/>
            </a:pPr>
            <a:r>
              <a:t/>
            </a:r>
            <a:endParaRPr sz="4200">
              <a:latin typeface="Calibri"/>
              <a:ea typeface="Calibri"/>
              <a:cs typeface="Calibri"/>
              <a:sym typeface="Calibri"/>
            </a:endParaRPr>
          </a:p>
          <a:p>
            <a:pPr indent="0" lvl="0" marL="457200" rtl="0" algn="ctr">
              <a:spcBef>
                <a:spcPts val="0"/>
              </a:spcBef>
              <a:spcAft>
                <a:spcPts val="0"/>
              </a:spcAft>
              <a:buClr>
                <a:schemeClr val="dk1"/>
              </a:buClr>
              <a:buFont typeface="Arial"/>
              <a:buNone/>
            </a:pPr>
            <a:r>
              <a:rPr i="1" lang="en-US" sz="3600">
                <a:solidFill>
                  <a:schemeClr val="dk1"/>
                </a:solidFill>
                <a:latin typeface="Calibri"/>
                <a:ea typeface="Calibri"/>
                <a:cs typeface="Calibri"/>
                <a:sym typeface="Calibri"/>
              </a:rPr>
              <a:t>Figure 7– Dam-Foundation Interactions and their Respective Amplifications</a:t>
            </a:r>
            <a:endParaRPr sz="3600">
              <a:latin typeface="Calibri"/>
              <a:ea typeface="Calibri"/>
              <a:cs typeface="Calibri"/>
              <a:sym typeface="Calibri"/>
            </a:endParaRPr>
          </a:p>
          <a:p>
            <a:pPr indent="0" lvl="0" marL="457200" marR="0" rtl="0" algn="just">
              <a:spcBef>
                <a:spcPts val="0"/>
              </a:spcBef>
              <a:spcAft>
                <a:spcPts val="0"/>
              </a:spcAft>
              <a:buNone/>
            </a:pPr>
            <a:r>
              <a:t/>
            </a:r>
            <a:endParaRPr sz="4200">
              <a:latin typeface="Calibri"/>
              <a:ea typeface="Calibri"/>
              <a:cs typeface="Calibri"/>
              <a:sym typeface="Calibri"/>
            </a:endParaRPr>
          </a:p>
          <a:p>
            <a:pPr indent="0" lvl="0" marL="457200" marR="0" rtl="0" algn="just">
              <a:spcBef>
                <a:spcPts val="0"/>
              </a:spcBef>
              <a:spcAft>
                <a:spcPts val="0"/>
              </a:spcAft>
              <a:buNone/>
            </a:pPr>
            <a:r>
              <a:rPr lang="en-US" sz="4200">
                <a:latin typeface="Calibri"/>
                <a:ea typeface="Calibri"/>
                <a:cs typeface="Calibri"/>
                <a:sym typeface="Calibri"/>
              </a:rPr>
              <a:t>Synthetic e</a:t>
            </a:r>
            <a:r>
              <a:rPr lang="en-US" sz="4200">
                <a:latin typeface="Calibri"/>
                <a:ea typeface="Calibri"/>
                <a:cs typeface="Calibri"/>
                <a:sym typeface="Calibri"/>
              </a:rPr>
              <a:t>arthquake records were used along with the DFIs to predict acceleration response. Displacements can be seen in Fig. 8. These predicted responses compare favorably with a response from an actual seismic event recorded on site.</a:t>
            </a:r>
            <a:endParaRPr b="1" sz="5400">
              <a:solidFill>
                <a:schemeClr val="dk1"/>
              </a:solidFill>
              <a:latin typeface="Calibri"/>
              <a:ea typeface="Calibri"/>
              <a:cs typeface="Calibri"/>
              <a:sym typeface="Calibri"/>
            </a:endParaRPr>
          </a:p>
          <a:p>
            <a:pPr indent="0" lvl="0" marL="0" rtl="0" algn="just">
              <a:spcBef>
                <a:spcPts val="0"/>
              </a:spcBef>
              <a:spcAft>
                <a:spcPts val="0"/>
              </a:spcAft>
              <a:buNone/>
            </a:pPr>
            <a:r>
              <a:t/>
            </a:r>
            <a:endParaRPr sz="42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457200" rtl="0" algn="ctr">
              <a:spcBef>
                <a:spcPts val="0"/>
              </a:spcBef>
              <a:spcAft>
                <a:spcPts val="0"/>
              </a:spcAft>
              <a:buNone/>
            </a:pPr>
            <a:r>
              <a:t/>
            </a:r>
            <a:endParaRPr sz="4200">
              <a:solidFill>
                <a:schemeClr val="dk1"/>
              </a:solidFill>
              <a:latin typeface="Calibri"/>
              <a:ea typeface="Calibri"/>
              <a:cs typeface="Calibri"/>
              <a:sym typeface="Calibri"/>
            </a:endParaRPr>
          </a:p>
        </p:txBody>
      </p:sp>
      <p:sp>
        <p:nvSpPr>
          <p:cNvPr id="91" name="Google Shape;91;p13"/>
          <p:cNvSpPr txBox="1"/>
          <p:nvPr/>
        </p:nvSpPr>
        <p:spPr>
          <a:xfrm>
            <a:off x="446950" y="10539325"/>
            <a:ext cx="15670500" cy="14313900"/>
          </a:xfrm>
          <a:prstGeom prst="rect">
            <a:avLst/>
          </a:prstGeom>
          <a:solidFill>
            <a:srgbClr val="FFFFFF">
              <a:alpha val="7619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sp>
        <p:nvSpPr>
          <p:cNvPr id="92" name="Google Shape;92;p13"/>
          <p:cNvSpPr txBox="1"/>
          <p:nvPr/>
        </p:nvSpPr>
        <p:spPr>
          <a:xfrm>
            <a:off x="448400" y="10491050"/>
            <a:ext cx="15363000" cy="14313900"/>
          </a:xfrm>
          <a:prstGeom prst="rect">
            <a:avLst/>
          </a:pr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400">
                <a:solidFill>
                  <a:schemeClr val="dk1"/>
                </a:solidFill>
                <a:latin typeface="Calibri"/>
                <a:ea typeface="Calibri"/>
                <a:cs typeface="Calibri"/>
                <a:sym typeface="Calibri"/>
              </a:rPr>
              <a:t> </a:t>
            </a:r>
            <a:r>
              <a:rPr b="1" lang="en-US" sz="5400">
                <a:solidFill>
                  <a:schemeClr val="dk1"/>
                </a:solidFill>
                <a:latin typeface="Calibri"/>
                <a:ea typeface="Calibri"/>
                <a:cs typeface="Calibri"/>
                <a:sym typeface="Calibri"/>
              </a:rPr>
              <a:t>EXPERIMENTAL PROCEDURE</a:t>
            </a:r>
            <a:endParaRPr b="1" sz="5400">
              <a:solidFill>
                <a:schemeClr val="dk1"/>
              </a:solidFill>
              <a:latin typeface="Calibri"/>
              <a:ea typeface="Calibri"/>
              <a:cs typeface="Calibri"/>
              <a:sym typeface="Calibri"/>
            </a:endParaRPr>
          </a:p>
          <a:p>
            <a:pPr indent="0" lvl="0" marL="457200" rtl="0" algn="just">
              <a:spcBef>
                <a:spcPts val="0"/>
              </a:spcBef>
              <a:spcAft>
                <a:spcPts val="0"/>
              </a:spcAft>
              <a:buNone/>
            </a:pPr>
            <a:r>
              <a:rPr lang="en-US" sz="4200">
                <a:solidFill>
                  <a:schemeClr val="dk1"/>
                </a:solidFill>
                <a:latin typeface="Calibri"/>
                <a:ea typeface="Calibri"/>
                <a:cs typeface="Calibri"/>
                <a:sym typeface="Calibri"/>
              </a:rPr>
              <a:t>The Cold Gas Thruster (CGT) in Fig. 1 provides a high amplitude, short duration, broadband frequency impulse load to the dam. </a:t>
            </a:r>
            <a:endParaRPr sz="4200">
              <a:solidFill>
                <a:schemeClr val="dk1"/>
              </a:solidFill>
              <a:latin typeface="Calibri"/>
              <a:ea typeface="Calibri"/>
              <a:cs typeface="Calibri"/>
              <a:sym typeface="Calibri"/>
            </a:endParaRPr>
          </a:p>
          <a:p>
            <a:pPr indent="0" lvl="0" marL="457200" rtl="0" algn="just">
              <a:spcBef>
                <a:spcPts val="0"/>
              </a:spcBef>
              <a:spcAft>
                <a:spcPts val="0"/>
              </a:spcAft>
              <a:buClr>
                <a:schemeClr val="dk1"/>
              </a:buClr>
              <a:buFont typeface="Arial"/>
              <a:buNone/>
            </a:pPr>
            <a:r>
              <a:t/>
            </a:r>
            <a:endParaRPr sz="4200">
              <a:solidFill>
                <a:schemeClr val="dk1"/>
              </a:solidFill>
              <a:latin typeface="Calibri"/>
              <a:ea typeface="Calibri"/>
              <a:cs typeface="Calibri"/>
              <a:sym typeface="Calibri"/>
            </a:endParaRPr>
          </a:p>
          <a:p>
            <a:pPr indent="0" lvl="0" marL="457200" rtl="0" algn="just">
              <a:spcBef>
                <a:spcPts val="0"/>
              </a:spcBef>
              <a:spcAft>
                <a:spcPts val="0"/>
              </a:spcAft>
              <a:buClr>
                <a:schemeClr val="dk1"/>
              </a:buClr>
              <a:buFont typeface="Arial"/>
              <a:buNone/>
            </a:pPr>
            <a:r>
              <a:t/>
            </a:r>
            <a:endParaRPr sz="4200">
              <a:solidFill>
                <a:schemeClr val="dk1"/>
              </a:solidFill>
              <a:latin typeface="Calibri"/>
              <a:ea typeface="Calibri"/>
              <a:cs typeface="Calibri"/>
              <a:sym typeface="Calibri"/>
            </a:endParaRPr>
          </a:p>
          <a:p>
            <a:pPr indent="0" lvl="0" marL="457200" rtl="0" algn="just">
              <a:spcBef>
                <a:spcPts val="0"/>
              </a:spcBef>
              <a:spcAft>
                <a:spcPts val="0"/>
              </a:spcAft>
              <a:buClr>
                <a:schemeClr val="dk1"/>
              </a:buClr>
              <a:buFont typeface="Arial"/>
              <a:buNone/>
            </a:pPr>
            <a:r>
              <a:t/>
            </a:r>
            <a:endParaRPr sz="4200">
              <a:solidFill>
                <a:schemeClr val="dk1"/>
              </a:solidFill>
              <a:latin typeface="Calibri"/>
              <a:ea typeface="Calibri"/>
              <a:cs typeface="Calibri"/>
              <a:sym typeface="Calibri"/>
            </a:endParaRPr>
          </a:p>
          <a:p>
            <a:pPr indent="0" lvl="0" marL="0" rtl="0" algn="just">
              <a:spcBef>
                <a:spcPts val="0"/>
              </a:spcBef>
              <a:spcAft>
                <a:spcPts val="0"/>
              </a:spcAft>
              <a:buClr>
                <a:schemeClr val="dk1"/>
              </a:buClr>
              <a:buFont typeface="Arial"/>
              <a:buNone/>
            </a:pPr>
            <a:r>
              <a:t/>
            </a:r>
            <a:endParaRPr sz="4200">
              <a:solidFill>
                <a:schemeClr val="dk1"/>
              </a:solidFill>
              <a:latin typeface="Calibri"/>
              <a:ea typeface="Calibri"/>
              <a:cs typeface="Calibri"/>
              <a:sym typeface="Calibri"/>
            </a:endParaRPr>
          </a:p>
          <a:p>
            <a:pPr indent="0" lvl="0" marL="0" rtl="0" algn="just">
              <a:spcBef>
                <a:spcPts val="0"/>
              </a:spcBef>
              <a:spcAft>
                <a:spcPts val="0"/>
              </a:spcAft>
              <a:buClr>
                <a:schemeClr val="dk1"/>
              </a:buClr>
              <a:buFont typeface="Arial"/>
              <a:buNone/>
            </a:pPr>
            <a:r>
              <a:t/>
            </a:r>
            <a:endParaRPr sz="4200">
              <a:solidFill>
                <a:schemeClr val="dk1"/>
              </a:solidFill>
              <a:latin typeface="Calibri"/>
              <a:ea typeface="Calibri"/>
              <a:cs typeface="Calibri"/>
              <a:sym typeface="Calibri"/>
            </a:endParaRPr>
          </a:p>
          <a:p>
            <a:pPr indent="0" lvl="0" marL="0" rtl="0" algn="just">
              <a:spcBef>
                <a:spcPts val="0"/>
              </a:spcBef>
              <a:spcAft>
                <a:spcPts val="0"/>
              </a:spcAft>
              <a:buClr>
                <a:schemeClr val="dk1"/>
              </a:buClr>
              <a:buFont typeface="Arial"/>
              <a:buNone/>
            </a:pPr>
            <a:r>
              <a:t/>
            </a:r>
            <a:endParaRPr sz="4200">
              <a:solidFill>
                <a:schemeClr val="dk1"/>
              </a:solidFill>
              <a:latin typeface="Calibri"/>
              <a:ea typeface="Calibri"/>
              <a:cs typeface="Calibri"/>
              <a:sym typeface="Calibri"/>
            </a:endParaRPr>
          </a:p>
          <a:p>
            <a:pPr indent="0" lvl="0" marL="457200" rtl="0" algn="just">
              <a:spcBef>
                <a:spcPts val="0"/>
              </a:spcBef>
              <a:spcAft>
                <a:spcPts val="0"/>
              </a:spcAft>
              <a:buClr>
                <a:schemeClr val="dk1"/>
              </a:buClr>
              <a:buFont typeface="Arial"/>
              <a:buNone/>
            </a:pPr>
            <a:r>
              <a:rPr lang="en-US" sz="4200">
                <a:solidFill>
                  <a:schemeClr val="dk1"/>
                </a:solidFill>
                <a:latin typeface="Calibri"/>
                <a:ea typeface="Calibri"/>
                <a:cs typeface="Calibri"/>
                <a:sym typeface="Calibri"/>
              </a:rPr>
              <a:t>Accelerometers placed on the face of the dam capture the 3-D  transient response, sampled at 10,000 Hz. Sensors on the CGT allow for monitoring repeatability of test blasts.</a:t>
            </a:r>
            <a:endParaRPr sz="1100">
              <a:solidFill>
                <a:schemeClr val="dk1"/>
              </a:solidFill>
              <a:latin typeface="Calibri"/>
              <a:ea typeface="Calibri"/>
              <a:cs typeface="Calibri"/>
              <a:sym typeface="Calibri"/>
            </a:endParaRPr>
          </a:p>
        </p:txBody>
      </p:sp>
      <p:sp>
        <p:nvSpPr>
          <p:cNvPr id="93" name="Google Shape;93;p13"/>
          <p:cNvSpPr txBox="1"/>
          <p:nvPr/>
        </p:nvSpPr>
        <p:spPr>
          <a:xfrm>
            <a:off x="5060579" y="337843"/>
            <a:ext cx="23183400" cy="2862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5800">
                <a:solidFill>
                  <a:schemeClr val="dk1"/>
                </a:solidFill>
                <a:latin typeface="Verdana"/>
                <a:ea typeface="Verdana"/>
                <a:cs typeface="Verdana"/>
                <a:sym typeface="Verdana"/>
              </a:rPr>
              <a:t>Characterizing Dam-Foundation Interactions and Assessing Dam Vibrations Through Performance Data in Large Concrete Dams</a:t>
            </a:r>
            <a:endParaRPr b="1" sz="9000">
              <a:solidFill>
                <a:schemeClr val="dk1"/>
              </a:solidFill>
              <a:latin typeface="Verdana"/>
              <a:ea typeface="Verdana"/>
              <a:cs typeface="Verdana"/>
              <a:sym typeface="Verdana"/>
            </a:endParaRPr>
          </a:p>
        </p:txBody>
      </p:sp>
      <p:sp>
        <p:nvSpPr>
          <p:cNvPr id="94" name="Google Shape;94;p13"/>
          <p:cNvSpPr txBox="1"/>
          <p:nvPr/>
        </p:nvSpPr>
        <p:spPr>
          <a:xfrm>
            <a:off x="405350" y="25297675"/>
            <a:ext cx="15670500" cy="11712000"/>
          </a:xfrm>
          <a:prstGeom prst="rect">
            <a:avLst/>
          </a:prstGeom>
          <a:solidFill>
            <a:srgbClr val="FFFFFF">
              <a:alpha val="76190"/>
            </a:srgbClr>
          </a:solidFill>
          <a:ln>
            <a:noFill/>
          </a:ln>
        </p:spPr>
        <p:txBody>
          <a:bodyPr anchorCtr="0" anchor="t" bIns="45700" lIns="91425" spcFirstLastPara="1" rIns="91425" wrap="square" tIns="45700">
            <a:noAutofit/>
          </a:bodyPr>
          <a:lstStyle/>
          <a:p>
            <a:pPr indent="0" lvl="0" marL="457200" rtl="0" algn="just">
              <a:spcBef>
                <a:spcPts val="0"/>
              </a:spcBef>
              <a:spcAft>
                <a:spcPts val="0"/>
              </a:spcAft>
              <a:buNone/>
            </a:pPr>
            <a:r>
              <a:t/>
            </a:r>
            <a:endParaRPr sz="12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sp>
        <p:nvSpPr>
          <p:cNvPr id="95" name="Google Shape;95;p13"/>
          <p:cNvSpPr txBox="1"/>
          <p:nvPr/>
        </p:nvSpPr>
        <p:spPr>
          <a:xfrm>
            <a:off x="405350" y="25221600"/>
            <a:ext cx="15670500" cy="10881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400">
                <a:solidFill>
                  <a:schemeClr val="dk1"/>
                </a:solidFill>
                <a:latin typeface="Calibri"/>
                <a:ea typeface="Calibri"/>
                <a:cs typeface="Calibri"/>
                <a:sym typeface="Calibri"/>
              </a:rPr>
              <a:t> </a:t>
            </a:r>
            <a:r>
              <a:rPr b="1" lang="en-US" sz="5400">
                <a:solidFill>
                  <a:schemeClr val="dk1"/>
                </a:solidFill>
                <a:latin typeface="Calibri"/>
                <a:ea typeface="Calibri"/>
                <a:cs typeface="Calibri"/>
                <a:sym typeface="Calibri"/>
              </a:rPr>
              <a:t>THEORY AND ANALYSIS</a:t>
            </a:r>
            <a:endParaRPr b="1" sz="5400">
              <a:solidFill>
                <a:schemeClr val="dk1"/>
              </a:solidFill>
              <a:latin typeface="Calibri"/>
              <a:ea typeface="Calibri"/>
              <a:cs typeface="Calibri"/>
              <a:sym typeface="Calibri"/>
            </a:endParaRPr>
          </a:p>
          <a:p>
            <a:pPr indent="0" lvl="0" marL="457200" marR="0" rtl="0" algn="l">
              <a:spcBef>
                <a:spcPts val="0"/>
              </a:spcBef>
              <a:spcAft>
                <a:spcPts val="0"/>
              </a:spcAft>
              <a:buNone/>
            </a:pPr>
            <a:r>
              <a:rPr lang="en-US" sz="4200">
                <a:solidFill>
                  <a:schemeClr val="dk1"/>
                </a:solidFill>
                <a:latin typeface="Calibri"/>
                <a:ea typeface="Calibri"/>
                <a:cs typeface="Calibri"/>
                <a:sym typeface="Calibri"/>
              </a:rPr>
              <a:t>Using a systems approach, the complex geology of the dam’s foundation can be characterized through a behavioral model. Behavior models, as seen in Fig. 3, can capture dominant characteristics and representing the frequency behavior.</a:t>
            </a:r>
            <a:endParaRPr sz="42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4200">
              <a:solidFill>
                <a:schemeClr val="dk1"/>
              </a:solidFill>
              <a:latin typeface="Calibri"/>
              <a:ea typeface="Calibri"/>
              <a:cs typeface="Calibri"/>
              <a:sym typeface="Calibri"/>
            </a:endParaRPr>
          </a:p>
          <a:p>
            <a:pPr indent="0" lvl="0" marL="457200" marR="0" rtl="0" algn="l">
              <a:spcBef>
                <a:spcPts val="0"/>
              </a:spcBef>
              <a:spcAft>
                <a:spcPts val="0"/>
              </a:spcAft>
              <a:buNone/>
            </a:pPr>
            <a:r>
              <a:rPr lang="en-US" sz="4200">
                <a:solidFill>
                  <a:schemeClr val="dk1"/>
                </a:solidFill>
                <a:latin typeface="Calibri"/>
                <a:ea typeface="Calibri"/>
                <a:cs typeface="Calibri"/>
                <a:sym typeface="Calibri"/>
              </a:rPr>
              <a:t>By creating a Power Spectral Density (PSD), which relates power to frequency and </a:t>
            </a:r>
            <a:r>
              <a:rPr lang="en-US" sz="4200">
                <a:solidFill>
                  <a:schemeClr val="dk1"/>
                </a:solidFill>
                <a:latin typeface="Calibri"/>
                <a:ea typeface="Calibri"/>
                <a:cs typeface="Calibri"/>
                <a:sym typeface="Calibri"/>
              </a:rPr>
              <a:t>leveraging</a:t>
            </a:r>
            <a:r>
              <a:rPr lang="en-US" sz="4200">
                <a:solidFill>
                  <a:schemeClr val="dk1"/>
                </a:solidFill>
                <a:latin typeface="Calibri"/>
                <a:ea typeface="Calibri"/>
                <a:cs typeface="Calibri"/>
                <a:sym typeface="Calibri"/>
              </a:rPr>
              <a:t> performance data,various levels of analysis can be conducted. Specifically, modal responses, spectral behavior, dam-reservoir interactions, dam-foundation interactions, spillway-pier system characterization, embankment behavior, and thrust block interactions were characterized.  </a:t>
            </a:r>
            <a:endParaRPr sz="42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rtl="0" algn="just">
              <a:spcBef>
                <a:spcPts val="0"/>
              </a:spcBef>
              <a:spcAft>
                <a:spcPts val="0"/>
              </a:spcAft>
              <a:buNone/>
            </a:pPr>
            <a:r>
              <a:t/>
            </a:r>
            <a:endParaRPr sz="1100">
              <a:solidFill>
                <a:schemeClr val="dk1"/>
              </a:solidFill>
              <a:latin typeface="Calibri"/>
              <a:ea typeface="Calibri"/>
              <a:cs typeface="Calibri"/>
              <a:sym typeface="Calibri"/>
            </a:endParaRPr>
          </a:p>
        </p:txBody>
      </p:sp>
      <p:sp>
        <p:nvSpPr>
          <p:cNvPr id="96" name="Google Shape;96;p13"/>
          <p:cNvSpPr txBox="1"/>
          <p:nvPr/>
        </p:nvSpPr>
        <p:spPr>
          <a:xfrm>
            <a:off x="446950" y="5284675"/>
            <a:ext cx="15670500" cy="4810200"/>
          </a:xfrm>
          <a:prstGeom prst="rect">
            <a:avLst/>
          </a:prstGeom>
          <a:solidFill>
            <a:srgbClr val="FFFFFF">
              <a:alpha val="7619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4200">
              <a:solidFill>
                <a:schemeClr val="dk1"/>
              </a:solidFill>
              <a:highlight>
                <a:srgbClr val="FFFF00"/>
              </a:highlight>
              <a:latin typeface="Calibri"/>
              <a:ea typeface="Calibri"/>
              <a:cs typeface="Calibri"/>
              <a:sym typeface="Calibri"/>
            </a:endParaRPr>
          </a:p>
        </p:txBody>
      </p:sp>
      <p:sp>
        <p:nvSpPr>
          <p:cNvPr id="97" name="Google Shape;97;p13"/>
          <p:cNvSpPr txBox="1"/>
          <p:nvPr/>
        </p:nvSpPr>
        <p:spPr>
          <a:xfrm>
            <a:off x="5421086" y="3200178"/>
            <a:ext cx="21945600" cy="1200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800">
                <a:solidFill>
                  <a:schemeClr val="dk1"/>
                </a:solidFill>
                <a:latin typeface="Verdana"/>
                <a:ea typeface="Verdana"/>
                <a:cs typeface="Verdana"/>
                <a:sym typeface="Verdana"/>
              </a:rPr>
              <a:t>Diana Contreras, Sidney Chenevert, Andres Sanchez, Kylee Graper, and Heather Fuentes</a:t>
            </a:r>
            <a:endParaRPr b="1" sz="3800">
              <a:solidFill>
                <a:schemeClr val="dk1"/>
              </a:solidFill>
              <a:latin typeface="Verdana"/>
              <a:ea typeface="Verdana"/>
              <a:cs typeface="Verdana"/>
              <a:sym typeface="Verdana"/>
            </a:endParaRPr>
          </a:p>
          <a:p>
            <a:pPr indent="0" lvl="0" marL="0" marR="0" rtl="0" algn="ctr">
              <a:spcBef>
                <a:spcPts val="0"/>
              </a:spcBef>
              <a:spcAft>
                <a:spcPts val="0"/>
              </a:spcAft>
              <a:buNone/>
            </a:pPr>
            <a:r>
              <a:rPr b="1" lang="en-US" sz="3600">
                <a:solidFill>
                  <a:schemeClr val="dk1"/>
                </a:solidFill>
                <a:latin typeface="Verdana"/>
                <a:ea typeface="Verdana"/>
                <a:cs typeface="Verdana"/>
                <a:sym typeface="Verdana"/>
              </a:rPr>
              <a:t>Professor Ziyad Duron, Advisor</a:t>
            </a:r>
            <a:endParaRPr/>
          </a:p>
        </p:txBody>
      </p:sp>
      <p:pic>
        <p:nvPicPr>
          <p:cNvPr id="98" name="Google Shape;98;p13"/>
          <p:cNvPicPr preferRelativeResize="0"/>
          <p:nvPr/>
        </p:nvPicPr>
        <p:blipFill rotWithShape="1">
          <a:blip r:embed="rId4">
            <a:alphaModFix/>
          </a:blip>
          <a:srcRect b="6491" l="0" r="0" t="6500"/>
          <a:stretch/>
        </p:blipFill>
        <p:spPr>
          <a:xfrm>
            <a:off x="41150" y="527996"/>
            <a:ext cx="5379900" cy="3270600"/>
          </a:xfrm>
          <a:prstGeom prst="rect">
            <a:avLst/>
          </a:prstGeom>
          <a:noFill/>
          <a:ln>
            <a:noFill/>
          </a:ln>
        </p:spPr>
      </p:pic>
      <p:sp>
        <p:nvSpPr>
          <p:cNvPr id="99" name="Google Shape;99;p13"/>
          <p:cNvSpPr txBox="1"/>
          <p:nvPr/>
        </p:nvSpPr>
        <p:spPr>
          <a:xfrm>
            <a:off x="405338" y="23950000"/>
            <a:ext cx="15363000" cy="855000"/>
          </a:xfrm>
          <a:prstGeom prst="rect">
            <a:avLst/>
          </a:prstGeom>
          <a:noFill/>
          <a:ln>
            <a:noFill/>
          </a:ln>
        </p:spPr>
        <p:txBody>
          <a:bodyPr anchorCtr="0" anchor="t" bIns="45700" lIns="91425" spcFirstLastPara="1" rIns="91425" wrap="square" tIns="45700">
            <a:noAutofit/>
          </a:bodyPr>
          <a:lstStyle/>
          <a:p>
            <a:pPr indent="0" lvl="0" marL="457200" marR="0" rtl="0" algn="ctr">
              <a:spcBef>
                <a:spcPts val="0"/>
              </a:spcBef>
              <a:spcAft>
                <a:spcPts val="0"/>
              </a:spcAft>
              <a:buNone/>
            </a:pPr>
            <a:r>
              <a:rPr i="1" lang="en-US" sz="3600">
                <a:solidFill>
                  <a:srgbClr val="000000"/>
                </a:solidFill>
                <a:latin typeface="Calibri"/>
                <a:ea typeface="Calibri"/>
                <a:cs typeface="Calibri"/>
                <a:sym typeface="Calibri"/>
              </a:rPr>
              <a:t>Figure </a:t>
            </a:r>
            <a:r>
              <a:rPr i="1" lang="en-US" sz="3600">
                <a:latin typeface="Calibri"/>
                <a:ea typeface="Calibri"/>
                <a:cs typeface="Calibri"/>
                <a:sym typeface="Calibri"/>
              </a:rPr>
              <a:t>2 </a:t>
            </a:r>
            <a:r>
              <a:rPr i="1" lang="en-US" sz="3600">
                <a:solidFill>
                  <a:srgbClr val="000000"/>
                </a:solidFill>
                <a:latin typeface="Calibri"/>
                <a:ea typeface="Calibri"/>
                <a:cs typeface="Calibri"/>
                <a:sym typeface="Calibri"/>
              </a:rPr>
              <a:t>– </a:t>
            </a:r>
            <a:r>
              <a:rPr i="1" lang="en-US" sz="3600">
                <a:latin typeface="Calibri"/>
                <a:ea typeface="Calibri"/>
                <a:cs typeface="Calibri"/>
                <a:sym typeface="Calibri"/>
              </a:rPr>
              <a:t> Transient Response from the Crest along Mossyrock Dam</a:t>
            </a:r>
            <a:endParaRPr sz="12100">
              <a:solidFill>
                <a:schemeClr val="dk1"/>
              </a:solidFill>
              <a:latin typeface="Calibri"/>
              <a:ea typeface="Calibri"/>
              <a:cs typeface="Calibri"/>
              <a:sym typeface="Calibri"/>
            </a:endParaRPr>
          </a:p>
        </p:txBody>
      </p:sp>
      <p:pic>
        <p:nvPicPr>
          <p:cNvPr id="100" name="Google Shape;100;p13"/>
          <p:cNvPicPr preferRelativeResize="0"/>
          <p:nvPr/>
        </p:nvPicPr>
        <p:blipFill rotWithShape="1">
          <a:blip r:embed="rId5">
            <a:alphaModFix/>
          </a:blip>
          <a:srcRect b="0" l="0" r="0" t="0"/>
          <a:stretch/>
        </p:blipFill>
        <p:spPr>
          <a:xfrm>
            <a:off x="28335225" y="559391"/>
            <a:ext cx="3657600" cy="3657600"/>
          </a:xfrm>
          <a:prstGeom prst="roundRect">
            <a:avLst>
              <a:gd fmla="val 16667" name="adj"/>
            </a:avLst>
          </a:prstGeom>
          <a:noFill/>
          <a:ln>
            <a:noFill/>
          </a:ln>
        </p:spPr>
      </p:pic>
      <p:pic>
        <p:nvPicPr>
          <p:cNvPr id="101" name="Google Shape;101;p13"/>
          <p:cNvPicPr preferRelativeResize="0"/>
          <p:nvPr/>
        </p:nvPicPr>
        <p:blipFill rotWithShape="1">
          <a:blip r:embed="rId6">
            <a:alphaModFix/>
          </a:blip>
          <a:srcRect b="0" l="24137" r="24132" t="0"/>
          <a:stretch/>
        </p:blipFill>
        <p:spPr>
          <a:xfrm>
            <a:off x="26759919" y="27990974"/>
            <a:ext cx="5232906" cy="6737400"/>
          </a:xfrm>
          <a:prstGeom prst="rect">
            <a:avLst/>
          </a:prstGeom>
          <a:noFill/>
          <a:ln>
            <a:noFill/>
          </a:ln>
        </p:spPr>
      </p:pic>
      <p:pic>
        <p:nvPicPr>
          <p:cNvPr id="102" name="Google Shape;102;p13"/>
          <p:cNvPicPr preferRelativeResize="0"/>
          <p:nvPr/>
        </p:nvPicPr>
        <p:blipFill rotWithShape="1">
          <a:blip r:embed="rId7">
            <a:alphaModFix amt="92000"/>
          </a:blip>
          <a:srcRect b="0" l="0" r="0" t="8147"/>
          <a:stretch/>
        </p:blipFill>
        <p:spPr>
          <a:xfrm>
            <a:off x="448400" y="12701650"/>
            <a:ext cx="10254002" cy="3591749"/>
          </a:xfrm>
          <a:prstGeom prst="rect">
            <a:avLst/>
          </a:prstGeom>
          <a:noFill/>
          <a:ln>
            <a:noFill/>
          </a:ln>
        </p:spPr>
      </p:pic>
      <p:sp>
        <p:nvSpPr>
          <p:cNvPr id="103" name="Google Shape;103;p13"/>
          <p:cNvSpPr txBox="1"/>
          <p:nvPr/>
        </p:nvSpPr>
        <p:spPr>
          <a:xfrm>
            <a:off x="11052050" y="13222921"/>
            <a:ext cx="4640100" cy="15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3600">
                <a:solidFill>
                  <a:schemeClr val="dk1"/>
                </a:solidFill>
                <a:latin typeface="Calibri"/>
                <a:ea typeface="Calibri"/>
                <a:cs typeface="Calibri"/>
                <a:sym typeface="Calibri"/>
              </a:rPr>
              <a:t>Figure 1 – CGT Mounted at Mossyrock Dam</a:t>
            </a:r>
            <a:endParaRPr sz="121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104" name="Google Shape;104;p13"/>
          <p:cNvSpPr txBox="1"/>
          <p:nvPr/>
        </p:nvSpPr>
        <p:spPr>
          <a:xfrm>
            <a:off x="446950" y="5226050"/>
            <a:ext cx="15670500" cy="4944900"/>
          </a:xfrm>
          <a:prstGeom prst="rect">
            <a:avLst/>
          </a:prstGeom>
          <a:solidFill>
            <a:srgbClr val="000000">
              <a:alpha val="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400">
                <a:solidFill>
                  <a:schemeClr val="dk1"/>
                </a:solidFill>
                <a:latin typeface="Calibri"/>
                <a:ea typeface="Calibri"/>
                <a:cs typeface="Calibri"/>
                <a:sym typeface="Calibri"/>
              </a:rPr>
              <a:t> </a:t>
            </a:r>
            <a:r>
              <a:rPr b="1" i="0" lang="en-US" sz="5400" u="none" cap="none" strike="noStrike">
                <a:solidFill>
                  <a:schemeClr val="dk1"/>
                </a:solidFill>
                <a:latin typeface="Calibri"/>
                <a:ea typeface="Calibri"/>
                <a:cs typeface="Calibri"/>
                <a:sym typeface="Calibri"/>
              </a:rPr>
              <a:t>BACKGROUND </a:t>
            </a:r>
            <a:endParaRPr b="1" i="0" sz="5400" u="none" cap="none" strike="noStrike">
              <a:solidFill>
                <a:schemeClr val="dk1"/>
              </a:solidFill>
              <a:latin typeface="Calibri"/>
              <a:ea typeface="Calibri"/>
              <a:cs typeface="Calibri"/>
              <a:sym typeface="Calibri"/>
            </a:endParaRPr>
          </a:p>
          <a:p>
            <a:pPr indent="0" lvl="0" marL="457200" marR="0" rtl="0" algn="l">
              <a:spcBef>
                <a:spcPts val="0"/>
              </a:spcBef>
              <a:spcAft>
                <a:spcPts val="0"/>
              </a:spcAft>
              <a:buNone/>
            </a:pPr>
            <a:r>
              <a:rPr lang="en-US" sz="4200">
                <a:solidFill>
                  <a:schemeClr val="dk1"/>
                </a:solidFill>
                <a:latin typeface="Calibri"/>
                <a:ea typeface="Calibri"/>
                <a:cs typeface="Calibri"/>
                <a:sym typeface="Calibri"/>
              </a:rPr>
              <a:t>The De Pietro Fellowship in Civil Engineering uses Performance Based Testing (PBT) to evaluate large concrete dams. Dynamics and systems techniques are used to analyze the results and provide recommendations to owners for operation and provide seismic response predictions. In the summer of 2022, the Fellows focused their efforts on Mossyrock Dam in Mossyrock, WA. </a:t>
            </a:r>
            <a:endParaRPr sz="4200">
              <a:solidFill>
                <a:schemeClr val="dk1"/>
              </a:solidFill>
              <a:highlight>
                <a:srgbClr val="FFFF00"/>
              </a:highlight>
              <a:latin typeface="Calibri"/>
              <a:ea typeface="Calibri"/>
              <a:cs typeface="Calibri"/>
              <a:sym typeface="Calibri"/>
            </a:endParaRPr>
          </a:p>
        </p:txBody>
      </p:sp>
      <p:sp>
        <p:nvSpPr>
          <p:cNvPr id="105" name="Google Shape;105;p13"/>
          <p:cNvSpPr txBox="1"/>
          <p:nvPr/>
        </p:nvSpPr>
        <p:spPr>
          <a:xfrm>
            <a:off x="8359800" y="29897125"/>
            <a:ext cx="7651800" cy="1847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Clr>
                <a:schemeClr val="dk1"/>
              </a:buClr>
              <a:buFont typeface="Arial"/>
              <a:buNone/>
            </a:pPr>
            <a:r>
              <a:rPr i="1" lang="en-US" sz="3600">
                <a:solidFill>
                  <a:schemeClr val="dk1"/>
                </a:solidFill>
                <a:latin typeface="Calibri"/>
                <a:ea typeface="Calibri"/>
                <a:cs typeface="Calibri"/>
                <a:sym typeface="Calibri"/>
              </a:rPr>
              <a:t>Figure 3 – Behavior Model for a Systems Based Approach to Model Dominant Characteristics</a:t>
            </a:r>
            <a:endParaRPr sz="3600">
              <a:latin typeface="Calibri"/>
              <a:ea typeface="Calibri"/>
              <a:cs typeface="Calibri"/>
              <a:sym typeface="Calibri"/>
            </a:endParaRPr>
          </a:p>
        </p:txBody>
      </p:sp>
      <p:sp>
        <p:nvSpPr>
          <p:cNvPr id="106" name="Google Shape;106;p13"/>
          <p:cNvSpPr txBox="1"/>
          <p:nvPr/>
        </p:nvSpPr>
        <p:spPr>
          <a:xfrm>
            <a:off x="405350" y="37454125"/>
            <a:ext cx="15670500" cy="13216800"/>
          </a:xfrm>
          <a:prstGeom prst="rect">
            <a:avLst/>
          </a:prstGeom>
          <a:solidFill>
            <a:srgbClr val="FFFFFF">
              <a:alpha val="7619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5400">
              <a:solidFill>
                <a:schemeClr val="dk1"/>
              </a:solidFill>
              <a:latin typeface="Calibri"/>
              <a:ea typeface="Calibri"/>
              <a:cs typeface="Calibri"/>
              <a:sym typeface="Calibri"/>
            </a:endParaRPr>
          </a:p>
          <a:p>
            <a:pPr indent="0" lvl="0" marL="0" rtl="0" algn="just">
              <a:spcBef>
                <a:spcPts val="0"/>
              </a:spcBef>
              <a:spcAft>
                <a:spcPts val="0"/>
              </a:spcAft>
              <a:buNone/>
            </a:pPr>
            <a:r>
              <a:t/>
            </a:r>
            <a:endParaRPr i="1" sz="3600">
              <a:solidFill>
                <a:schemeClr val="dk1"/>
              </a:solidFill>
              <a:latin typeface="Calibri"/>
              <a:ea typeface="Calibri"/>
              <a:cs typeface="Calibri"/>
              <a:sym typeface="Calibri"/>
            </a:endParaRPr>
          </a:p>
          <a:p>
            <a:pPr indent="0" lvl="0" marL="0" rtl="0" algn="just">
              <a:spcBef>
                <a:spcPts val="0"/>
              </a:spcBef>
              <a:spcAft>
                <a:spcPts val="0"/>
              </a:spcAft>
              <a:buNone/>
            </a:pPr>
            <a:r>
              <a:t/>
            </a:r>
            <a:endParaRPr i="1" sz="3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40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4200">
              <a:solidFill>
                <a:schemeClr val="dk1"/>
              </a:solidFill>
              <a:latin typeface="Calibri"/>
              <a:ea typeface="Calibri"/>
              <a:cs typeface="Calibri"/>
              <a:sym typeface="Calibri"/>
            </a:endParaRPr>
          </a:p>
        </p:txBody>
      </p:sp>
      <p:sp>
        <p:nvSpPr>
          <p:cNvPr id="107" name="Google Shape;107;p13"/>
          <p:cNvSpPr txBox="1"/>
          <p:nvPr/>
        </p:nvSpPr>
        <p:spPr>
          <a:xfrm>
            <a:off x="405350" y="37454125"/>
            <a:ext cx="15670500" cy="1119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5400">
                <a:solidFill>
                  <a:schemeClr val="dk1"/>
                </a:solidFill>
                <a:latin typeface="Calibri"/>
                <a:ea typeface="Calibri"/>
                <a:cs typeface="Calibri"/>
                <a:sym typeface="Calibri"/>
              </a:rPr>
              <a:t>CREST BEHAVIORS AND INTERACTIONS</a:t>
            </a:r>
            <a:endParaRPr b="1" sz="5400">
              <a:solidFill>
                <a:schemeClr val="dk1"/>
              </a:solidFill>
              <a:latin typeface="Calibri"/>
              <a:ea typeface="Calibri"/>
              <a:cs typeface="Calibri"/>
              <a:sym typeface="Calibri"/>
            </a:endParaRPr>
          </a:p>
          <a:p>
            <a:pPr indent="0" lvl="0" marL="457200" marR="0" rtl="0" algn="just">
              <a:spcBef>
                <a:spcPts val="0"/>
              </a:spcBef>
              <a:spcAft>
                <a:spcPts val="0"/>
              </a:spcAft>
              <a:buNone/>
            </a:pPr>
            <a:r>
              <a:rPr lang="en-US" sz="4200">
                <a:latin typeface="Calibri"/>
                <a:ea typeface="Calibri"/>
                <a:cs typeface="Calibri"/>
                <a:sym typeface="Calibri"/>
              </a:rPr>
              <a:t>Spectral responses were found by investigating the PSDs of all blocks. As such, the fundamental modal shape of the dam was characterized, as seen in Fig. 4.</a:t>
            </a:r>
            <a:endParaRPr sz="4200">
              <a:latin typeface="Calibri"/>
              <a:ea typeface="Calibri"/>
              <a:cs typeface="Calibri"/>
              <a:sym typeface="Calibri"/>
            </a:endParaRPr>
          </a:p>
          <a:p>
            <a:pPr indent="0" lvl="0" marL="457200" marR="0" rtl="0" algn="just">
              <a:spcBef>
                <a:spcPts val="0"/>
              </a:spcBef>
              <a:spcAft>
                <a:spcPts val="0"/>
              </a:spcAft>
              <a:buNone/>
            </a:pPr>
            <a:r>
              <a:t/>
            </a:r>
            <a:endParaRPr sz="4200">
              <a:latin typeface="Calibri"/>
              <a:ea typeface="Calibri"/>
              <a:cs typeface="Calibri"/>
              <a:sym typeface="Calibri"/>
            </a:endParaRPr>
          </a:p>
          <a:p>
            <a:pPr indent="0" lvl="0" marL="457200" marR="0" rtl="0" algn="just">
              <a:spcBef>
                <a:spcPts val="0"/>
              </a:spcBef>
              <a:spcAft>
                <a:spcPts val="0"/>
              </a:spcAft>
              <a:buNone/>
            </a:pPr>
            <a:r>
              <a:t/>
            </a:r>
            <a:endParaRPr sz="4200">
              <a:latin typeface="Calibri"/>
              <a:ea typeface="Calibri"/>
              <a:cs typeface="Calibri"/>
              <a:sym typeface="Calibri"/>
            </a:endParaRPr>
          </a:p>
          <a:p>
            <a:pPr indent="0" lvl="0" marL="457200" marR="0" rtl="0" algn="just">
              <a:spcBef>
                <a:spcPts val="0"/>
              </a:spcBef>
              <a:spcAft>
                <a:spcPts val="0"/>
              </a:spcAft>
              <a:buNone/>
            </a:pPr>
            <a:r>
              <a:t/>
            </a:r>
            <a:endParaRPr sz="4200">
              <a:latin typeface="Calibri"/>
              <a:ea typeface="Calibri"/>
              <a:cs typeface="Calibri"/>
              <a:sym typeface="Calibri"/>
            </a:endParaRPr>
          </a:p>
          <a:p>
            <a:pPr indent="0" lvl="0" marL="457200" marR="0" rtl="0" algn="just">
              <a:spcBef>
                <a:spcPts val="0"/>
              </a:spcBef>
              <a:spcAft>
                <a:spcPts val="0"/>
              </a:spcAft>
              <a:buNone/>
            </a:pPr>
            <a:r>
              <a:t/>
            </a:r>
            <a:endParaRPr sz="4200">
              <a:latin typeface="Calibri"/>
              <a:ea typeface="Calibri"/>
              <a:cs typeface="Calibri"/>
              <a:sym typeface="Calibri"/>
            </a:endParaRPr>
          </a:p>
          <a:p>
            <a:pPr indent="0" lvl="0" marL="0" marR="0" rtl="0" algn="just">
              <a:spcBef>
                <a:spcPts val="0"/>
              </a:spcBef>
              <a:spcAft>
                <a:spcPts val="0"/>
              </a:spcAft>
              <a:buNone/>
            </a:pPr>
            <a:r>
              <a:t/>
            </a:r>
            <a:endParaRPr sz="4200">
              <a:latin typeface="Calibri"/>
              <a:ea typeface="Calibri"/>
              <a:cs typeface="Calibri"/>
              <a:sym typeface="Calibri"/>
            </a:endParaRPr>
          </a:p>
          <a:p>
            <a:pPr indent="0" lvl="0" marL="457200" marR="0" rtl="0" algn="just">
              <a:spcBef>
                <a:spcPts val="0"/>
              </a:spcBef>
              <a:spcAft>
                <a:spcPts val="0"/>
              </a:spcAft>
              <a:buNone/>
            </a:pPr>
            <a:r>
              <a:rPr lang="en-US" sz="4200">
                <a:latin typeface="Calibri"/>
                <a:ea typeface="Calibri"/>
                <a:cs typeface="Calibri"/>
                <a:sym typeface="Calibri"/>
              </a:rPr>
              <a:t>Different orders of spectral resolution allowed for the characterization of component-to-component interactions and component-to-dam interactions, allowing for the full analysis of dam-reservoir interactions and interactions from the spillway-pier system, seen in Fig. 5. These analysis led to amplification and displacement measurements.</a:t>
            </a:r>
            <a:endParaRPr sz="4200">
              <a:latin typeface="Calibri"/>
              <a:ea typeface="Calibri"/>
              <a:cs typeface="Calibri"/>
              <a:sym typeface="Calibri"/>
            </a:endParaRPr>
          </a:p>
        </p:txBody>
      </p:sp>
      <p:sp>
        <p:nvSpPr>
          <p:cNvPr id="108" name="Google Shape;108;p13"/>
          <p:cNvSpPr txBox="1"/>
          <p:nvPr/>
        </p:nvSpPr>
        <p:spPr>
          <a:xfrm>
            <a:off x="448388" y="42626413"/>
            <a:ext cx="15363000" cy="855000"/>
          </a:xfrm>
          <a:prstGeom prst="rect">
            <a:avLst/>
          </a:prstGeom>
          <a:noFill/>
          <a:ln>
            <a:noFill/>
          </a:ln>
        </p:spPr>
        <p:txBody>
          <a:bodyPr anchorCtr="0" anchor="t" bIns="45700" lIns="91425" spcFirstLastPara="1" rIns="91425" wrap="square" tIns="45700">
            <a:noAutofit/>
          </a:bodyPr>
          <a:lstStyle/>
          <a:p>
            <a:pPr indent="0" lvl="0" marL="457200" marR="0" rtl="0" algn="ctr">
              <a:spcBef>
                <a:spcPts val="0"/>
              </a:spcBef>
              <a:spcAft>
                <a:spcPts val="0"/>
              </a:spcAft>
              <a:buNone/>
            </a:pPr>
            <a:r>
              <a:rPr i="1" lang="en-US" sz="3600">
                <a:solidFill>
                  <a:srgbClr val="000000"/>
                </a:solidFill>
                <a:latin typeface="Calibri"/>
                <a:ea typeface="Calibri"/>
                <a:cs typeface="Calibri"/>
                <a:sym typeface="Calibri"/>
              </a:rPr>
              <a:t>Figure </a:t>
            </a:r>
            <a:r>
              <a:rPr i="1" lang="en-US" sz="3600">
                <a:latin typeface="Calibri"/>
                <a:ea typeface="Calibri"/>
                <a:cs typeface="Calibri"/>
                <a:sym typeface="Calibri"/>
              </a:rPr>
              <a:t>4</a:t>
            </a:r>
            <a:r>
              <a:rPr i="1" lang="en-US" sz="3600">
                <a:latin typeface="Calibri"/>
                <a:ea typeface="Calibri"/>
                <a:cs typeface="Calibri"/>
                <a:sym typeface="Calibri"/>
              </a:rPr>
              <a:t> </a:t>
            </a:r>
            <a:r>
              <a:rPr i="1" lang="en-US" sz="3600">
                <a:solidFill>
                  <a:srgbClr val="000000"/>
                </a:solidFill>
                <a:latin typeface="Calibri"/>
                <a:ea typeface="Calibri"/>
                <a:cs typeface="Calibri"/>
                <a:sym typeface="Calibri"/>
              </a:rPr>
              <a:t>– </a:t>
            </a:r>
            <a:r>
              <a:rPr i="1" lang="en-US" sz="3600">
                <a:latin typeface="Calibri"/>
                <a:ea typeface="Calibri"/>
                <a:cs typeface="Calibri"/>
                <a:sym typeface="Calibri"/>
              </a:rPr>
              <a:t> Fundamental Modal Shape for Mossyrock Dam</a:t>
            </a:r>
            <a:endParaRPr sz="12100">
              <a:solidFill>
                <a:schemeClr val="dk1"/>
              </a:solidFill>
              <a:latin typeface="Calibri"/>
              <a:ea typeface="Calibri"/>
              <a:cs typeface="Calibri"/>
              <a:sym typeface="Calibri"/>
            </a:endParaRPr>
          </a:p>
        </p:txBody>
      </p:sp>
      <p:pic>
        <p:nvPicPr>
          <p:cNvPr id="109" name="Google Shape;109;p13"/>
          <p:cNvPicPr preferRelativeResize="0"/>
          <p:nvPr/>
        </p:nvPicPr>
        <p:blipFill rotWithShape="1">
          <a:blip r:embed="rId8">
            <a:alphaModFix/>
          </a:blip>
          <a:srcRect b="35581" l="6334" r="7250" t="4039"/>
          <a:stretch/>
        </p:blipFill>
        <p:spPr>
          <a:xfrm>
            <a:off x="8052203" y="46863000"/>
            <a:ext cx="7651698" cy="3657600"/>
          </a:xfrm>
          <a:prstGeom prst="rect">
            <a:avLst/>
          </a:prstGeom>
          <a:noFill/>
          <a:ln>
            <a:noFill/>
          </a:ln>
        </p:spPr>
      </p:pic>
      <p:pic>
        <p:nvPicPr>
          <p:cNvPr id="110" name="Google Shape;110;p13"/>
          <p:cNvPicPr preferRelativeResize="0"/>
          <p:nvPr/>
        </p:nvPicPr>
        <p:blipFill rotWithShape="1">
          <a:blip r:embed="rId9">
            <a:alphaModFix/>
          </a:blip>
          <a:srcRect b="13945" l="0" r="0" t="32751"/>
          <a:stretch/>
        </p:blipFill>
        <p:spPr>
          <a:xfrm>
            <a:off x="2936600" y="39676275"/>
            <a:ext cx="11402372" cy="3234850"/>
          </a:xfrm>
          <a:prstGeom prst="rect">
            <a:avLst/>
          </a:prstGeom>
          <a:noFill/>
          <a:ln>
            <a:noFill/>
          </a:ln>
        </p:spPr>
      </p:pic>
      <p:pic>
        <p:nvPicPr>
          <p:cNvPr id="111" name="Google Shape;111;p13"/>
          <p:cNvPicPr preferRelativeResize="0"/>
          <p:nvPr/>
        </p:nvPicPr>
        <p:blipFill>
          <a:blip r:embed="rId10">
            <a:alphaModFix/>
          </a:blip>
          <a:stretch>
            <a:fillRect/>
          </a:stretch>
        </p:blipFill>
        <p:spPr>
          <a:xfrm>
            <a:off x="4616838" y="18372325"/>
            <a:ext cx="7330725" cy="5498054"/>
          </a:xfrm>
          <a:prstGeom prst="rect">
            <a:avLst/>
          </a:prstGeom>
          <a:noFill/>
          <a:ln>
            <a:noFill/>
          </a:ln>
        </p:spPr>
      </p:pic>
      <p:sp>
        <p:nvSpPr>
          <p:cNvPr id="112" name="Google Shape;112;p13"/>
          <p:cNvSpPr txBox="1"/>
          <p:nvPr/>
        </p:nvSpPr>
        <p:spPr>
          <a:xfrm>
            <a:off x="708100" y="48205550"/>
            <a:ext cx="6964800" cy="12930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i="1" lang="en-US" sz="3600">
                <a:solidFill>
                  <a:schemeClr val="dk1"/>
                </a:solidFill>
                <a:latin typeface="Calibri"/>
                <a:ea typeface="Calibri"/>
                <a:cs typeface="Calibri"/>
                <a:sym typeface="Calibri"/>
              </a:rPr>
              <a:t>Figure 5 – Spectral Resolution Analysis</a:t>
            </a:r>
            <a:endParaRPr sz="3600">
              <a:latin typeface="Calibri"/>
              <a:ea typeface="Calibri"/>
              <a:cs typeface="Calibri"/>
              <a:sym typeface="Calibri"/>
            </a:endParaRPr>
          </a:p>
        </p:txBody>
      </p:sp>
      <p:pic>
        <p:nvPicPr>
          <p:cNvPr id="113" name="Google Shape;113;p13"/>
          <p:cNvPicPr preferRelativeResize="0"/>
          <p:nvPr/>
        </p:nvPicPr>
        <p:blipFill rotWithShape="1">
          <a:blip r:embed="rId11">
            <a:alphaModFix/>
          </a:blip>
          <a:srcRect b="0" l="0" r="11956" t="21796"/>
          <a:stretch/>
        </p:blipFill>
        <p:spPr>
          <a:xfrm>
            <a:off x="708100" y="29137175"/>
            <a:ext cx="7958825" cy="3657600"/>
          </a:xfrm>
          <a:prstGeom prst="rect">
            <a:avLst/>
          </a:prstGeom>
          <a:noFill/>
          <a:ln>
            <a:noFill/>
          </a:ln>
        </p:spPr>
      </p:pic>
      <p:pic>
        <p:nvPicPr>
          <p:cNvPr id="114" name="Google Shape;114;p13"/>
          <p:cNvPicPr preferRelativeResize="0"/>
          <p:nvPr/>
        </p:nvPicPr>
        <p:blipFill rotWithShape="1">
          <a:blip r:embed="rId12">
            <a:alphaModFix/>
          </a:blip>
          <a:srcRect b="0" l="6611" r="6061" t="0"/>
          <a:stretch/>
        </p:blipFill>
        <p:spPr>
          <a:xfrm>
            <a:off x="19979388" y="9616975"/>
            <a:ext cx="8496825" cy="6093900"/>
          </a:xfrm>
          <a:prstGeom prst="rect">
            <a:avLst/>
          </a:prstGeom>
          <a:noFill/>
          <a:ln>
            <a:noFill/>
          </a:ln>
        </p:spPr>
      </p:pic>
      <p:pic>
        <p:nvPicPr>
          <p:cNvPr id="115" name="Google Shape;115;p13"/>
          <p:cNvPicPr preferRelativeResize="0"/>
          <p:nvPr/>
        </p:nvPicPr>
        <p:blipFill rotWithShape="1">
          <a:blip r:embed="rId13">
            <a:alphaModFix/>
          </a:blip>
          <a:srcRect b="0" l="0" r="6332" t="0"/>
          <a:stretch/>
        </p:blipFill>
        <p:spPr>
          <a:xfrm>
            <a:off x="17385925" y="19707600"/>
            <a:ext cx="7330700" cy="6488627"/>
          </a:xfrm>
          <a:prstGeom prst="rect">
            <a:avLst/>
          </a:prstGeom>
          <a:noFill/>
          <a:ln>
            <a:noFill/>
          </a:ln>
        </p:spPr>
      </p:pic>
      <p:sp>
        <p:nvSpPr>
          <p:cNvPr id="116" name="Google Shape;116;p13"/>
          <p:cNvSpPr txBox="1"/>
          <p:nvPr/>
        </p:nvSpPr>
        <p:spPr>
          <a:xfrm>
            <a:off x="25028025" y="20927363"/>
            <a:ext cx="6964800" cy="18471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Clr>
                <a:schemeClr val="dk1"/>
              </a:buClr>
              <a:buFont typeface="Arial"/>
              <a:buNone/>
            </a:pPr>
            <a:r>
              <a:rPr i="1" lang="en-US" sz="3600">
                <a:solidFill>
                  <a:schemeClr val="dk1"/>
                </a:solidFill>
                <a:latin typeface="Calibri"/>
                <a:ea typeface="Calibri"/>
                <a:cs typeface="Calibri"/>
                <a:sym typeface="Calibri"/>
              </a:rPr>
              <a:t>Figure 8– Dam-Foundation Interactions Based Earthquake Displacements</a:t>
            </a:r>
            <a:endParaRPr sz="3600">
              <a:latin typeface="Calibri"/>
              <a:ea typeface="Calibri"/>
              <a:cs typeface="Calibri"/>
              <a:sym typeface="Calibri"/>
            </a:endParaRPr>
          </a:p>
        </p:txBody>
      </p:sp>
      <p:sp>
        <p:nvSpPr>
          <p:cNvPr id="117" name="Google Shape;117;p13"/>
          <p:cNvSpPr txBox="1"/>
          <p:nvPr/>
        </p:nvSpPr>
        <p:spPr>
          <a:xfrm>
            <a:off x="-13718725" y="11081975"/>
            <a:ext cx="2201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